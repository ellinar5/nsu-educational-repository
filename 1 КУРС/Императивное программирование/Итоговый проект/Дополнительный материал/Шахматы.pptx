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04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53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72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90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50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51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96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05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81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43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510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455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733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9279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44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52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87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3CA0DDB-F008-414D-816D-C91DCC44D13B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18AE022-2660-4A3E-9E4B-02E165428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38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76DF3-9AEA-5E50-DA5E-1ADE12703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ПРОЕКТ: ИГРА В ШАХМАТЫ С ПРОВЕРКИ ПОЛУЧЕННОГО ФАЙЛА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DBFB27-2BC3-CB21-F6D0-03EACA7B6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467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69360-D00F-4184-4DFA-CC57BD9D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4D61D-ADBD-2468-1D9D-8EE24F14763B}"/>
              </a:ext>
            </a:extLst>
          </p:cNvPr>
          <p:cNvSpPr txBox="1"/>
          <p:nvPr/>
        </p:nvSpPr>
        <p:spPr>
          <a:xfrm>
            <a:off x="232410" y="863601"/>
            <a:ext cx="130416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Загрузка фигур из файла </a:t>
            </a:r>
            <a:r>
              <a:rPr lang="en-US" sz="3600" dirty="0"/>
              <a:t>input.txt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Отображение шахматной доски с фигурами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Распределите  фигур на черные и белый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Вывод какая из  фигур бьет другую 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88689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B7986-36D0-C8A0-80AA-C1B63C36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Исходное задание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6A34B-9A99-6544-AF5E-C758E7EF0CCF}"/>
              </a:ext>
            </a:extLst>
          </p:cNvPr>
          <p:cNvSpPr txBox="1"/>
          <p:nvPr/>
        </p:nvSpPr>
        <p:spPr>
          <a:xfrm>
            <a:off x="342106" y="609600"/>
            <a:ext cx="115077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Разместить фигуры на шахматной доске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Проверить, бьют ли они друг друга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Поддержка фигур: </a:t>
            </a:r>
            <a:r>
              <a:rPr lang="ru-RU" sz="3200" dirty="0" err="1"/>
              <a:t>king</a:t>
            </a:r>
            <a:r>
              <a:rPr lang="ru-RU" sz="3200" dirty="0"/>
              <a:t>, </a:t>
            </a:r>
            <a:r>
              <a:rPr lang="ru-RU" sz="3200" dirty="0" err="1"/>
              <a:t>queen</a:t>
            </a:r>
            <a:r>
              <a:rPr lang="ru-RU" sz="3200" dirty="0"/>
              <a:t>, </a:t>
            </a:r>
            <a:r>
              <a:rPr lang="ru-RU" sz="3200" dirty="0" err="1"/>
              <a:t>rook</a:t>
            </a:r>
            <a:r>
              <a:rPr lang="ru-RU" sz="3200" dirty="0"/>
              <a:t>, </a:t>
            </a:r>
            <a:r>
              <a:rPr lang="ru-RU" sz="3200" dirty="0" err="1"/>
              <a:t>bishop</a:t>
            </a:r>
            <a:r>
              <a:rPr lang="ru-RU" sz="3200" dirty="0"/>
              <a:t>, </a:t>
            </a:r>
            <a:r>
              <a:rPr lang="en-US" sz="3200" dirty="0"/>
              <a:t>horse</a:t>
            </a:r>
            <a:r>
              <a:rPr lang="ru-RU" sz="3200" dirty="0"/>
              <a:t>, </a:t>
            </a:r>
            <a:r>
              <a:rPr lang="ru-RU" sz="3200" dirty="0" err="1"/>
              <a:t>shadow</a:t>
            </a:r>
            <a:endParaRPr lang="ru-RU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Ограничение: 2–10 фигур, без пешек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Вывод псевдографики, список атак</a:t>
            </a:r>
          </a:p>
        </p:txBody>
      </p:sp>
    </p:spTree>
    <p:extLst>
      <p:ext uri="{BB962C8B-B14F-4D97-AF65-F5344CB8AC3E}">
        <p14:creationId xmlns:p14="http://schemas.microsoft.com/office/powerpoint/2010/main" val="101455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F2FFA-8F8B-95C6-EE8B-E6B634FD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A252B-F681-1CD5-24FF-1945C80ECF7C}"/>
              </a:ext>
            </a:extLst>
          </p:cNvPr>
          <p:cNvSpPr txBox="1"/>
          <p:nvPr/>
        </p:nvSpPr>
        <p:spPr>
          <a:xfrm>
            <a:off x="613410" y="863601"/>
            <a:ext cx="115785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Файлы: </a:t>
            </a:r>
            <a:r>
              <a:rPr lang="ru-RU" sz="3200" dirty="0" err="1"/>
              <a:t>main.c</a:t>
            </a:r>
            <a:r>
              <a:rPr lang="ru-RU" sz="3200" dirty="0"/>
              <a:t>, *.h, *.c, input.txt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Загрузка фигур с валидацией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Автоматическое присваивание цветов (черные/белые)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Проверка шахматных атак по правилам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Поддержка фигуры Shadow (</a:t>
            </a:r>
            <a:r>
              <a:rPr lang="ru-RU" sz="3200" dirty="0" err="1"/>
              <a:t>теник</a:t>
            </a:r>
            <a:r>
              <a:rPr lang="ru-RU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371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A5FBF-61F3-BF36-2959-2104F1B4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кода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3076E-47A8-EC2B-1C65-F35701492CC9}"/>
              </a:ext>
            </a:extLst>
          </p:cNvPr>
          <p:cNvSpPr txBox="1"/>
          <p:nvPr/>
        </p:nvSpPr>
        <p:spPr>
          <a:xfrm>
            <a:off x="189706" y="1212711"/>
            <a:ext cx="118125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CreatingAChessBoard.* — </a:t>
            </a:r>
            <a:r>
              <a:rPr lang="ru-RU" sz="3200" dirty="0"/>
              <a:t>загрузка и отрисовка доски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SplittingShapesIntoColors.* — </a:t>
            </a:r>
            <a:r>
              <a:rPr lang="ru-RU" sz="3200" dirty="0"/>
              <a:t>деление фигур по цвету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CheckAttacks.* — </a:t>
            </a:r>
            <a:r>
              <a:rPr lang="ru-RU" sz="3200" dirty="0"/>
              <a:t>логика атак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main.c</a:t>
            </a:r>
            <a:r>
              <a:rPr lang="en-US" sz="3200" dirty="0"/>
              <a:t> — </a:t>
            </a:r>
            <a:r>
              <a:rPr lang="ru-RU" sz="3200" dirty="0"/>
              <a:t>консольный интерфейс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input.txt — </a:t>
            </a:r>
            <a:r>
              <a:rPr lang="ru-RU" sz="3200" dirty="0"/>
              <a:t>исходные фигуры</a:t>
            </a:r>
          </a:p>
        </p:txBody>
      </p:sp>
    </p:spTree>
    <p:extLst>
      <p:ext uri="{BB962C8B-B14F-4D97-AF65-F5344CB8AC3E}">
        <p14:creationId xmlns:p14="http://schemas.microsoft.com/office/powerpoint/2010/main" val="241613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3C118-131B-0D23-2F22-FABEBAE7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реализации фигуры </a:t>
            </a:r>
            <a:r>
              <a:rPr lang="ru-RU" dirty="0" err="1"/>
              <a:t>Тенник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B5B06-37F8-7C6D-1F06-E8E38C895431}"/>
              </a:ext>
            </a:extLst>
          </p:cNvPr>
          <p:cNvSpPr txBox="1"/>
          <p:nvPr/>
        </p:nvSpPr>
        <p:spPr>
          <a:xfrm>
            <a:off x="268605" y="874455"/>
            <a:ext cx="116547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Движется по вертикали, горизонтали, диагонали (как ферзь)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Не прыгает через другие фигуры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 текущей реализации: не оставляет тень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Возможность доработки механики тени</a:t>
            </a:r>
          </a:p>
        </p:txBody>
      </p:sp>
    </p:spTree>
    <p:extLst>
      <p:ext uri="{BB962C8B-B14F-4D97-AF65-F5344CB8AC3E}">
        <p14:creationId xmlns:p14="http://schemas.microsoft.com/office/powerpoint/2010/main" val="132794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F69F4-6161-AC7E-C5B7-F11312FD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консольные команды в </a:t>
            </a:r>
            <a:r>
              <a:rPr lang="en-US" dirty="0" err="1"/>
              <a:t>main.c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7AF81-3AE4-988D-86E1-3D723421AE26}"/>
              </a:ext>
            </a:extLst>
          </p:cNvPr>
          <p:cNvSpPr txBox="1"/>
          <p:nvPr/>
        </p:nvSpPr>
        <p:spPr>
          <a:xfrm>
            <a:off x="684212" y="863601"/>
            <a:ext cx="100295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- </a:t>
            </a:r>
            <a:r>
              <a:rPr lang="ru-RU" sz="3200" dirty="0" err="1"/>
              <a:t>start</a:t>
            </a:r>
            <a:r>
              <a:rPr lang="ru-RU" sz="3200" dirty="0"/>
              <a:t> — отобразить доску и атаки</a:t>
            </a:r>
            <a:r>
              <a:rPr lang="en-US" sz="3200" dirty="0"/>
              <a:t> (</a:t>
            </a:r>
            <a:r>
              <a:rPr lang="ru-RU" sz="3200" dirty="0"/>
              <a:t>Проверка атак и визуализация в консоли</a:t>
            </a:r>
            <a:r>
              <a:rPr lang="en-US" sz="3200" dirty="0"/>
              <a:t>)</a:t>
            </a:r>
            <a:endParaRPr lang="ru-RU" sz="3200" dirty="0"/>
          </a:p>
          <a:p>
            <a:r>
              <a:rPr lang="ru-RU" sz="3200" dirty="0"/>
              <a:t>- </a:t>
            </a:r>
            <a:r>
              <a:rPr lang="ru-RU" sz="3200" dirty="0" err="1"/>
              <a:t>help</a:t>
            </a:r>
            <a:r>
              <a:rPr lang="ru-RU" sz="3200" dirty="0"/>
              <a:t> —</a:t>
            </a:r>
            <a:r>
              <a:rPr lang="en-US" sz="3200" dirty="0"/>
              <a:t> </a:t>
            </a:r>
            <a:r>
              <a:rPr lang="ru-RU" sz="3200" dirty="0"/>
              <a:t>полная справка о самой программы</a:t>
            </a:r>
          </a:p>
          <a:p>
            <a:r>
              <a:rPr lang="ru-RU" sz="3200" dirty="0"/>
              <a:t>- </a:t>
            </a:r>
            <a:r>
              <a:rPr lang="ru-RU" sz="3200" dirty="0" err="1"/>
              <a:t>exit</a:t>
            </a:r>
            <a:r>
              <a:rPr lang="ru-RU" sz="3200" dirty="0"/>
              <a:t> — выход</a:t>
            </a:r>
          </a:p>
          <a:p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7E863-44C9-15BF-8576-23F78A7275BD}"/>
              </a:ext>
            </a:extLst>
          </p:cNvPr>
          <p:cNvSpPr txBox="1"/>
          <p:nvPr/>
        </p:nvSpPr>
        <p:spPr>
          <a:xfrm>
            <a:off x="811530" y="3439855"/>
            <a:ext cx="7783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*Команды </a:t>
            </a:r>
            <a:r>
              <a:rPr lang="en-US" sz="2400" dirty="0"/>
              <a:t>start </a:t>
            </a:r>
            <a:r>
              <a:rPr lang="ru-RU" sz="2400" dirty="0"/>
              <a:t>и </a:t>
            </a:r>
            <a:r>
              <a:rPr lang="en-US" sz="2400" dirty="0"/>
              <a:t>help</a:t>
            </a:r>
            <a:r>
              <a:rPr lang="ru-RU" sz="2400" dirty="0"/>
              <a:t> являются цикличные (возможность вызывать бесконечно)</a:t>
            </a:r>
          </a:p>
        </p:txBody>
      </p:sp>
    </p:spTree>
    <p:extLst>
      <p:ext uri="{BB962C8B-B14F-4D97-AF65-F5344CB8AC3E}">
        <p14:creationId xmlns:p14="http://schemas.microsoft.com/office/powerpoint/2010/main" val="2111649204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</TotalTime>
  <Words>225</Words>
  <Application>Microsoft Office PowerPoint</Application>
  <PresentationFormat>Широкоэкранный</PresentationFormat>
  <Paragraphs>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Сектор</vt:lpstr>
      <vt:lpstr>ПРОЕКТ: ИГРА В ШАХМАТЫ С ПРОВЕРКИ ПОЛУЧЕННОГО ФАЙЛА</vt:lpstr>
      <vt:lpstr>ЦЕЛЬ ПРОЕКТА</vt:lpstr>
      <vt:lpstr>Исходное задание</vt:lpstr>
      <vt:lpstr>Реализация проекта</vt:lpstr>
      <vt:lpstr>Архитектура кода</vt:lpstr>
      <vt:lpstr>Особенности реализации фигуры Тенник</vt:lpstr>
      <vt:lpstr>Возможные консольные команды в main.c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2025-06-03T06:00:08Z</dcterms:created>
  <dcterms:modified xsi:type="dcterms:W3CDTF">2025-06-03T06:20:16Z</dcterms:modified>
</cp:coreProperties>
</file>