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agz27YN07KUF3cMSD4/2Qcdd4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 extrusionOk="0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1294334" y="2641022"/>
            <a:ext cx="15964966" cy="2507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87" b="1" i="0" u="none" strike="noStrike" cap="non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Игра “Лабиринт”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173301" y="5029200"/>
            <a:ext cx="13941399" cy="2073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 b="0" i="0" u="none" strike="noStrike" cap="none">
                <a:solidFill>
                  <a:srgbClr val="141414"/>
                </a:solidFill>
                <a:latin typeface="Poppins"/>
                <a:ea typeface="Poppins"/>
                <a:cs typeface="Poppins"/>
                <a:sym typeface="Poppins"/>
              </a:rPr>
              <a:t>Данный проект подготовили студенты группы 24944:</a:t>
            </a:r>
            <a:endParaRPr/>
          </a:p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 b="0" i="0" u="none" strike="noStrike" cap="none">
                <a:solidFill>
                  <a:srgbClr val="141414"/>
                </a:solidFill>
                <a:latin typeface="Poppins"/>
                <a:ea typeface="Poppins"/>
                <a:cs typeface="Poppins"/>
                <a:sym typeface="Poppins"/>
              </a:rPr>
              <a:t>Лысковский Игорь, Маркина Софья, Родионова Эллина.</a:t>
            </a:r>
            <a:endParaRPr/>
          </a:p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72" b="0" i="0" u="none" strike="noStrike" cap="none">
              <a:solidFill>
                <a:srgbClr val="14141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2" b="0" i="0" u="none" strike="noStrike" cap="none">
                <a:solidFill>
                  <a:srgbClr val="141414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1363605" y="134026"/>
            <a:ext cx="17376650" cy="194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7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Этапы разработки</a:t>
            </a:r>
            <a:endParaRPr/>
          </a:p>
        </p:txBody>
      </p:sp>
      <p:grpSp>
        <p:nvGrpSpPr>
          <p:cNvPr id="95" name="Google Shape;95;p2"/>
          <p:cNvGrpSpPr/>
          <p:nvPr/>
        </p:nvGrpSpPr>
        <p:grpSpPr>
          <a:xfrm>
            <a:off x="694675" y="2082150"/>
            <a:ext cx="2968306" cy="2437247"/>
            <a:chOff x="0" y="-66675"/>
            <a:chExt cx="781771" cy="58777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781771" cy="521095"/>
            </a:xfrm>
            <a:custGeom>
              <a:avLst/>
              <a:gdLst/>
              <a:ahLst/>
              <a:cxnLst/>
              <a:rect l="l" t="t" r="r" b="b"/>
              <a:pathLst>
                <a:path w="781771" h="521095" extrusionOk="0">
                  <a:moveTo>
                    <a:pt x="146060" y="0"/>
                  </a:moveTo>
                  <a:lnTo>
                    <a:pt x="635711" y="0"/>
                  </a:lnTo>
                  <a:cubicBezTo>
                    <a:pt x="716378" y="0"/>
                    <a:pt x="781771" y="65393"/>
                    <a:pt x="781771" y="146060"/>
                  </a:cubicBezTo>
                  <a:lnTo>
                    <a:pt x="781771" y="375035"/>
                  </a:lnTo>
                  <a:cubicBezTo>
                    <a:pt x="781771" y="455702"/>
                    <a:pt x="716378" y="521095"/>
                    <a:pt x="635711" y="521095"/>
                  </a:cubicBezTo>
                  <a:lnTo>
                    <a:pt x="146060" y="521095"/>
                  </a:lnTo>
                  <a:cubicBezTo>
                    <a:pt x="65393" y="521095"/>
                    <a:pt x="0" y="455702"/>
                    <a:pt x="0" y="375035"/>
                  </a:cubicBezTo>
                  <a:lnTo>
                    <a:pt x="0" y="146060"/>
                  </a:lnTo>
                  <a:cubicBezTo>
                    <a:pt x="0" y="65393"/>
                    <a:pt x="65393" y="0"/>
                    <a:pt x="146060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-66675"/>
              <a:ext cx="781771" cy="587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981774" y="2718568"/>
            <a:ext cx="3480565" cy="148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Придумали</a:t>
            </a:r>
            <a:r>
              <a:rPr lang="en-US" sz="36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концепт</a:t>
            </a:r>
            <a:r>
              <a:rPr lang="en-US" sz="36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лабиринта</a:t>
            </a:r>
            <a:endParaRPr dirty="0"/>
          </a:p>
        </p:txBody>
      </p:sp>
      <p:grpSp>
        <p:nvGrpSpPr>
          <p:cNvPr id="99" name="Google Shape;99;p2"/>
          <p:cNvGrpSpPr/>
          <p:nvPr/>
        </p:nvGrpSpPr>
        <p:grpSpPr>
          <a:xfrm>
            <a:off x="4329705" y="2639904"/>
            <a:ext cx="1276921" cy="1276921"/>
            <a:chOff x="0" y="0"/>
            <a:chExt cx="812800" cy="812800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99999B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5997150" y="2210602"/>
            <a:ext cx="4054804" cy="3275680"/>
            <a:chOff x="0" y="-66675"/>
            <a:chExt cx="1067925" cy="807932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1067925" cy="741257"/>
            </a:xfrm>
            <a:custGeom>
              <a:avLst/>
              <a:gdLst/>
              <a:ahLst/>
              <a:cxnLst/>
              <a:rect l="l" t="t" r="r" b="b"/>
              <a:pathLst>
                <a:path w="1067925" h="741257" extrusionOk="0">
                  <a:moveTo>
                    <a:pt x="106923" y="0"/>
                  </a:moveTo>
                  <a:lnTo>
                    <a:pt x="961003" y="0"/>
                  </a:lnTo>
                  <a:cubicBezTo>
                    <a:pt x="989360" y="0"/>
                    <a:pt x="1016556" y="11265"/>
                    <a:pt x="1036608" y="31317"/>
                  </a:cubicBezTo>
                  <a:cubicBezTo>
                    <a:pt x="1056660" y="51369"/>
                    <a:pt x="1067925" y="78565"/>
                    <a:pt x="1067925" y="106923"/>
                  </a:cubicBezTo>
                  <a:lnTo>
                    <a:pt x="1067925" y="634335"/>
                  </a:lnTo>
                  <a:cubicBezTo>
                    <a:pt x="1067925" y="693386"/>
                    <a:pt x="1020054" y="741257"/>
                    <a:pt x="961003" y="741257"/>
                  </a:cubicBezTo>
                  <a:lnTo>
                    <a:pt x="106923" y="741257"/>
                  </a:lnTo>
                  <a:cubicBezTo>
                    <a:pt x="78565" y="741257"/>
                    <a:pt x="51369" y="729992"/>
                    <a:pt x="31317" y="709940"/>
                  </a:cubicBezTo>
                  <a:cubicBezTo>
                    <a:pt x="11265" y="689889"/>
                    <a:pt x="0" y="662692"/>
                    <a:pt x="0" y="634335"/>
                  </a:cubicBezTo>
                  <a:lnTo>
                    <a:pt x="0" y="106923"/>
                  </a:lnTo>
                  <a:cubicBezTo>
                    <a:pt x="0" y="78565"/>
                    <a:pt x="11265" y="51369"/>
                    <a:pt x="31317" y="31317"/>
                  </a:cubicBezTo>
                  <a:cubicBezTo>
                    <a:pt x="51369" y="11265"/>
                    <a:pt x="78565" y="0"/>
                    <a:pt x="106923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66675"/>
              <a:ext cx="1067925" cy="807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 txBox="1"/>
          <p:nvPr/>
        </p:nvSpPr>
        <p:spPr>
          <a:xfrm>
            <a:off x="6273376" y="2668479"/>
            <a:ext cx="3778554" cy="243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Разработали алгоритмы для тех. и функц. характеристик игры</a:t>
            </a: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10661530" y="2639904"/>
            <a:ext cx="1276921" cy="1276921"/>
            <a:chOff x="0" y="0"/>
            <a:chExt cx="812800" cy="8128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99999B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136525"/>
              <a:ext cx="7112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2191600" y="2082152"/>
            <a:ext cx="5137162" cy="3404118"/>
            <a:chOff x="0" y="-66675"/>
            <a:chExt cx="1340106" cy="806281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340106" cy="739606"/>
            </a:xfrm>
            <a:custGeom>
              <a:avLst/>
              <a:gdLst/>
              <a:ahLst/>
              <a:cxnLst/>
              <a:rect l="l" t="t" r="r" b="b"/>
              <a:pathLst>
                <a:path w="1340106" h="739606" extrusionOk="0">
                  <a:moveTo>
                    <a:pt x="85206" y="0"/>
                  </a:moveTo>
                  <a:lnTo>
                    <a:pt x="1254899" y="0"/>
                  </a:lnTo>
                  <a:cubicBezTo>
                    <a:pt x="1301957" y="0"/>
                    <a:pt x="1340106" y="38148"/>
                    <a:pt x="1340106" y="85206"/>
                  </a:cubicBezTo>
                  <a:lnTo>
                    <a:pt x="1340106" y="654399"/>
                  </a:lnTo>
                  <a:cubicBezTo>
                    <a:pt x="1340106" y="676997"/>
                    <a:pt x="1331129" y="698670"/>
                    <a:pt x="1315149" y="714649"/>
                  </a:cubicBezTo>
                  <a:cubicBezTo>
                    <a:pt x="1299170" y="730629"/>
                    <a:pt x="1277498" y="739606"/>
                    <a:pt x="1254899" y="739606"/>
                  </a:cubicBezTo>
                  <a:lnTo>
                    <a:pt x="85206" y="739606"/>
                  </a:lnTo>
                  <a:cubicBezTo>
                    <a:pt x="38148" y="739606"/>
                    <a:pt x="0" y="701457"/>
                    <a:pt x="0" y="654399"/>
                  </a:cubicBezTo>
                  <a:lnTo>
                    <a:pt x="0" y="85206"/>
                  </a:lnTo>
                  <a:cubicBezTo>
                    <a:pt x="0" y="38148"/>
                    <a:pt x="38148" y="0"/>
                    <a:pt x="85206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66675"/>
              <a:ext cx="1340106" cy="806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"/>
          <p:cNvSpPr txBox="1"/>
          <p:nvPr/>
        </p:nvSpPr>
        <p:spPr>
          <a:xfrm>
            <a:off x="12412635" y="2571253"/>
            <a:ext cx="4646126" cy="2364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3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Составили документацию: Техническое задание и Пояснительная записка</a:t>
            </a: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3919026">
            <a:off x="12746717" y="5701143"/>
            <a:ext cx="1543050" cy="1669628"/>
            <a:chOff x="0" y="-66675"/>
            <a:chExt cx="812800" cy="879475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99999B"/>
            </a:solid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203200" y="-66675"/>
              <a:ext cx="406400" cy="777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6488603" y="6309229"/>
            <a:ext cx="5924033" cy="1685019"/>
            <a:chOff x="0" y="-66675"/>
            <a:chExt cx="1560239" cy="443791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560239" cy="377116"/>
            </a:xfrm>
            <a:custGeom>
              <a:avLst/>
              <a:gdLst/>
              <a:ahLst/>
              <a:cxnLst/>
              <a:rect l="l" t="t" r="r" b="b"/>
              <a:pathLst>
                <a:path w="1560239" h="377116" extrusionOk="0">
                  <a:moveTo>
                    <a:pt x="73185" y="0"/>
                  </a:moveTo>
                  <a:lnTo>
                    <a:pt x="1487054" y="0"/>
                  </a:lnTo>
                  <a:cubicBezTo>
                    <a:pt x="1527473" y="0"/>
                    <a:pt x="1560239" y="32766"/>
                    <a:pt x="1560239" y="73185"/>
                  </a:cubicBezTo>
                  <a:lnTo>
                    <a:pt x="1560239" y="303931"/>
                  </a:lnTo>
                  <a:cubicBezTo>
                    <a:pt x="1560239" y="344350"/>
                    <a:pt x="1527473" y="377116"/>
                    <a:pt x="1487054" y="377116"/>
                  </a:cubicBezTo>
                  <a:lnTo>
                    <a:pt x="73185" y="377116"/>
                  </a:lnTo>
                  <a:cubicBezTo>
                    <a:pt x="32766" y="377116"/>
                    <a:pt x="0" y="344350"/>
                    <a:pt x="0" y="303931"/>
                  </a:cubicBezTo>
                  <a:lnTo>
                    <a:pt x="0" y="73185"/>
                  </a:lnTo>
                  <a:cubicBezTo>
                    <a:pt x="0" y="32766"/>
                    <a:pt x="32766" y="0"/>
                    <a:pt x="73185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66675"/>
              <a:ext cx="1560239" cy="443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2"/>
          <p:cNvSpPr txBox="1"/>
          <p:nvPr/>
        </p:nvSpPr>
        <p:spPr>
          <a:xfrm>
            <a:off x="6772001" y="6704774"/>
            <a:ext cx="6688735" cy="109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2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Подведение итогов по реализации проекта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3"/>
          <p:cNvGrpSpPr/>
          <p:nvPr/>
        </p:nvGrpSpPr>
        <p:grpSpPr>
          <a:xfrm>
            <a:off x="752478" y="960514"/>
            <a:ext cx="8822037" cy="8112816"/>
            <a:chOff x="0" y="-66675"/>
            <a:chExt cx="2323499" cy="2136709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2323499" cy="2070034"/>
            </a:xfrm>
            <a:custGeom>
              <a:avLst/>
              <a:gdLst/>
              <a:ahLst/>
              <a:cxnLst/>
              <a:rect l="l" t="t" r="r" b="b"/>
              <a:pathLst>
                <a:path w="2323499" h="2070034" extrusionOk="0">
                  <a:moveTo>
                    <a:pt x="49144" y="0"/>
                  </a:moveTo>
                  <a:lnTo>
                    <a:pt x="2274356" y="0"/>
                  </a:lnTo>
                  <a:cubicBezTo>
                    <a:pt x="2301497" y="0"/>
                    <a:pt x="2323499" y="22002"/>
                    <a:pt x="2323499" y="49144"/>
                  </a:cubicBezTo>
                  <a:lnTo>
                    <a:pt x="2323499" y="2020890"/>
                  </a:lnTo>
                  <a:cubicBezTo>
                    <a:pt x="2323499" y="2033924"/>
                    <a:pt x="2318322" y="2046424"/>
                    <a:pt x="2309106" y="2055640"/>
                  </a:cubicBezTo>
                  <a:cubicBezTo>
                    <a:pt x="2299889" y="2064856"/>
                    <a:pt x="2287389" y="2070034"/>
                    <a:pt x="2274356" y="2070034"/>
                  </a:cubicBezTo>
                  <a:lnTo>
                    <a:pt x="49144" y="2070034"/>
                  </a:lnTo>
                  <a:cubicBezTo>
                    <a:pt x="22002" y="2070034"/>
                    <a:pt x="0" y="2048031"/>
                    <a:pt x="0" y="2020890"/>
                  </a:cubicBezTo>
                  <a:lnTo>
                    <a:pt x="0" y="49144"/>
                  </a:lnTo>
                  <a:cubicBezTo>
                    <a:pt x="0" y="22002"/>
                    <a:pt x="22002" y="0"/>
                    <a:pt x="49144" y="0"/>
                  </a:cubicBezTo>
                  <a:close/>
                </a:path>
              </a:pathLst>
            </a:custGeom>
            <a:solidFill>
              <a:srgbClr val="000000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0" y="-66675"/>
              <a:ext cx="2323499" cy="2136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/>
          <p:nvPr/>
        </p:nvSpPr>
        <p:spPr>
          <a:xfrm>
            <a:off x="10410502" y="1728286"/>
            <a:ext cx="6317227" cy="6356958"/>
          </a:xfrm>
          <a:custGeom>
            <a:avLst/>
            <a:gdLst/>
            <a:ahLst/>
            <a:cxnLst/>
            <a:rect l="l" t="t" r="r" b="b"/>
            <a:pathLst>
              <a:path w="6317227" h="6356958" extrusionOk="0">
                <a:moveTo>
                  <a:pt x="0" y="0"/>
                </a:moveTo>
                <a:lnTo>
                  <a:pt x="6317227" y="0"/>
                </a:lnTo>
                <a:lnTo>
                  <a:pt x="6317227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8" name="Google Shape;128;p3"/>
          <p:cNvSpPr txBox="1"/>
          <p:nvPr/>
        </p:nvSpPr>
        <p:spPr>
          <a:xfrm>
            <a:off x="1245075" y="2692150"/>
            <a:ext cx="7836900" cy="6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9" i="0" u="none" strike="noStrike" cap="none" dirty="0">
                <a:solidFill>
                  <a:srgbClr val="FFFFFF"/>
                </a:solidFill>
              </a:rPr>
              <a:t>В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данном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концепте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игры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мы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создали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:</a:t>
            </a:r>
            <a:endParaRPr sz="1600" dirty="0"/>
          </a:p>
          <a:p>
            <a:pPr marL="0" marR="0" lvl="0" indent="0" algn="l" rtl="0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19" i="0" u="none" strike="noStrike" cap="none" dirty="0">
              <a:solidFill>
                <a:srgbClr val="FFFFFF"/>
              </a:solidFill>
            </a:endParaRPr>
          </a:p>
          <a:p>
            <a:pPr marL="608643" marR="0" lvl="1" indent="-317021" algn="l" rtl="0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19"/>
              <a:buChar char="•"/>
            </a:pP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Лабиринт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размером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16 x 16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клеток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.</a:t>
            </a:r>
            <a:endParaRPr sz="1600" dirty="0"/>
          </a:p>
          <a:p>
            <a:pPr marL="0" marR="0" lvl="0" indent="0" algn="l" rtl="0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19" i="0" u="none" strike="noStrike" cap="none" dirty="0">
              <a:solidFill>
                <a:srgbClr val="FFFFFF"/>
              </a:solidFill>
            </a:endParaRPr>
          </a:p>
          <a:p>
            <a:pPr marL="608643" marR="0" lvl="1" indent="-317021" algn="l" rtl="0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19"/>
              <a:buChar char="•"/>
            </a:pPr>
            <a:r>
              <a:rPr lang="en-US" sz="3019" i="0" u="none" strike="noStrike" cap="none" dirty="0" err="1">
                <a:solidFill>
                  <a:srgbClr val="FFFFFF"/>
                </a:solidFill>
              </a:rPr>
              <a:t>Ключевые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элементы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: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стартовая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точка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,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выход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,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ключ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,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невидимые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мины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.</a:t>
            </a:r>
            <a:endParaRPr sz="1600" dirty="0"/>
          </a:p>
          <a:p>
            <a:pPr marL="0" marR="0" lvl="0" indent="0" algn="l" rtl="0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19" i="0" u="none" strike="noStrike" cap="none" dirty="0">
              <a:solidFill>
                <a:srgbClr val="FFFFFF"/>
              </a:solidFill>
            </a:endParaRPr>
          </a:p>
          <a:p>
            <a:pPr marL="608643" marR="0" lvl="1" indent="-317021" algn="l" rtl="0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19"/>
              <a:buChar char="•"/>
            </a:pPr>
            <a:r>
              <a:rPr lang="en-US" sz="3019" i="0" u="none" strike="noStrike" cap="none" dirty="0" err="1">
                <a:solidFill>
                  <a:srgbClr val="FFFFFF"/>
                </a:solidFill>
              </a:rPr>
              <a:t>Основной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сюжет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: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игроки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проходят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лабиринт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,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собирая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ключ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и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избегая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 </a:t>
            </a:r>
            <a:r>
              <a:rPr lang="en-US" sz="3019" i="0" u="none" strike="noStrike" cap="none" dirty="0" err="1">
                <a:solidFill>
                  <a:srgbClr val="FFFFFF"/>
                </a:solidFill>
              </a:rPr>
              <a:t>мин</a:t>
            </a:r>
            <a:r>
              <a:rPr lang="en-US" sz="3019" i="0" u="none" strike="noStrike" cap="none" dirty="0">
                <a:solidFill>
                  <a:srgbClr val="FFFFFF"/>
                </a:solidFill>
              </a:rPr>
              <a:t>.</a:t>
            </a:r>
            <a:endParaRPr sz="1600" dirty="0"/>
          </a:p>
          <a:p>
            <a:pPr marL="0" marR="0" lvl="0" indent="0" algn="l" rtl="0">
              <a:lnSpc>
                <a:spcPct val="1255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19" b="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1303863" y="1473247"/>
            <a:ext cx="77193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9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Концепт </a:t>
            </a:r>
            <a:r>
              <a:rPr lang="en-US" sz="7919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игры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4"/>
          <p:cNvGrpSpPr/>
          <p:nvPr/>
        </p:nvGrpSpPr>
        <p:grpSpPr>
          <a:xfrm>
            <a:off x="597956" y="1583496"/>
            <a:ext cx="8546044" cy="4656098"/>
            <a:chOff x="0" y="-66675"/>
            <a:chExt cx="2250810" cy="1226297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2250810" cy="1159622"/>
            </a:xfrm>
            <a:custGeom>
              <a:avLst/>
              <a:gdLst/>
              <a:ahLst/>
              <a:cxnLst/>
              <a:rect l="l" t="t" r="r" b="b"/>
              <a:pathLst>
                <a:path w="2250810" h="1159622" extrusionOk="0">
                  <a:moveTo>
                    <a:pt x="50731" y="0"/>
                  </a:moveTo>
                  <a:lnTo>
                    <a:pt x="2200079" y="0"/>
                  </a:lnTo>
                  <a:cubicBezTo>
                    <a:pt x="2213534" y="0"/>
                    <a:pt x="2226437" y="5345"/>
                    <a:pt x="2235951" y="14859"/>
                  </a:cubicBezTo>
                  <a:cubicBezTo>
                    <a:pt x="2245465" y="24373"/>
                    <a:pt x="2250810" y="37276"/>
                    <a:pt x="2250810" y="50731"/>
                  </a:cubicBezTo>
                  <a:lnTo>
                    <a:pt x="2250810" y="1108892"/>
                  </a:lnTo>
                  <a:cubicBezTo>
                    <a:pt x="2250810" y="1136909"/>
                    <a:pt x="2228097" y="1159622"/>
                    <a:pt x="2200079" y="1159622"/>
                  </a:cubicBezTo>
                  <a:lnTo>
                    <a:pt x="50731" y="1159622"/>
                  </a:lnTo>
                  <a:cubicBezTo>
                    <a:pt x="22713" y="1159622"/>
                    <a:pt x="0" y="1136909"/>
                    <a:pt x="0" y="1108892"/>
                  </a:cubicBezTo>
                  <a:lnTo>
                    <a:pt x="0" y="50731"/>
                  </a:lnTo>
                  <a:cubicBezTo>
                    <a:pt x="0" y="22713"/>
                    <a:pt x="22713" y="0"/>
                    <a:pt x="50731" y="0"/>
                  </a:cubicBezTo>
                  <a:close/>
                </a:path>
              </a:pathLst>
            </a:custGeom>
            <a:solidFill>
              <a:srgbClr val="000000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0" y="-66675"/>
              <a:ext cx="2250810" cy="12262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4"/>
          <p:cNvGrpSpPr/>
          <p:nvPr/>
        </p:nvGrpSpPr>
        <p:grpSpPr>
          <a:xfrm>
            <a:off x="803986" y="7750041"/>
            <a:ext cx="16682906" cy="1718569"/>
            <a:chOff x="0" y="-66675"/>
            <a:chExt cx="4393852" cy="452628"/>
          </a:xfrm>
        </p:grpSpPr>
        <p:sp>
          <p:nvSpPr>
            <p:cNvPr id="138" name="Google Shape;138;p4"/>
            <p:cNvSpPr/>
            <p:nvPr/>
          </p:nvSpPr>
          <p:spPr>
            <a:xfrm>
              <a:off x="0" y="0"/>
              <a:ext cx="4393852" cy="385953"/>
            </a:xfrm>
            <a:custGeom>
              <a:avLst/>
              <a:gdLst/>
              <a:ahLst/>
              <a:cxnLst/>
              <a:rect l="l" t="t" r="r" b="b"/>
              <a:pathLst>
                <a:path w="4393852" h="385953" extrusionOk="0">
                  <a:moveTo>
                    <a:pt x="21811" y="0"/>
                  </a:moveTo>
                  <a:lnTo>
                    <a:pt x="4372041" y="0"/>
                  </a:lnTo>
                  <a:cubicBezTo>
                    <a:pt x="4384087" y="0"/>
                    <a:pt x="4393852" y="9765"/>
                    <a:pt x="4393852" y="21811"/>
                  </a:cubicBezTo>
                  <a:lnTo>
                    <a:pt x="4393852" y="364142"/>
                  </a:lnTo>
                  <a:cubicBezTo>
                    <a:pt x="4393852" y="376187"/>
                    <a:pt x="4384087" y="385953"/>
                    <a:pt x="4372041" y="385953"/>
                  </a:cubicBezTo>
                  <a:lnTo>
                    <a:pt x="21811" y="385953"/>
                  </a:lnTo>
                  <a:cubicBezTo>
                    <a:pt x="9765" y="385953"/>
                    <a:pt x="0" y="376187"/>
                    <a:pt x="0" y="364142"/>
                  </a:cubicBezTo>
                  <a:lnTo>
                    <a:pt x="0" y="21811"/>
                  </a:lnTo>
                  <a:cubicBezTo>
                    <a:pt x="0" y="9765"/>
                    <a:pt x="9765" y="0"/>
                    <a:pt x="21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-66675"/>
              <a:ext cx="4393852" cy="452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4"/>
          <p:cNvSpPr/>
          <p:nvPr/>
        </p:nvSpPr>
        <p:spPr>
          <a:xfrm>
            <a:off x="10225165" y="1208976"/>
            <a:ext cx="5394906" cy="6331916"/>
          </a:xfrm>
          <a:custGeom>
            <a:avLst/>
            <a:gdLst/>
            <a:ahLst/>
            <a:cxnLst/>
            <a:rect l="l" t="t" r="r" b="b"/>
            <a:pathLst>
              <a:path w="5394906" h="6331916" extrusionOk="0">
                <a:moveTo>
                  <a:pt x="0" y="0"/>
                </a:moveTo>
                <a:lnTo>
                  <a:pt x="5394906" y="0"/>
                </a:lnTo>
                <a:lnTo>
                  <a:pt x="5394906" y="6331916"/>
                </a:lnTo>
                <a:lnTo>
                  <a:pt x="0" y="633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822671" y="2174545"/>
            <a:ext cx="8321329" cy="34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3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653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653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653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хранение</a:t>
            </a:r>
            <a:r>
              <a:rPr lang="en-US" sz="653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53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лабиринта</a:t>
            </a:r>
            <a:endParaRPr dirty="0"/>
          </a:p>
        </p:txBody>
      </p:sp>
      <p:sp>
        <p:nvSpPr>
          <p:cNvPr id="142" name="Google Shape;142;p4"/>
          <p:cNvSpPr txBox="1"/>
          <p:nvPr/>
        </p:nvSpPr>
        <p:spPr>
          <a:xfrm>
            <a:off x="1028700" y="8162916"/>
            <a:ext cx="16383051" cy="117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Хранение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лабиринта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происходит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помощью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матрицы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,  </a:t>
            </a: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где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“1” -  </a:t>
            </a: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стена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,  а “0” - </a:t>
            </a: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коридор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296" b="1" i="0" u="none" strike="noStrike" cap="none" dirty="0" err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лабиринта</a:t>
            </a:r>
            <a:r>
              <a:rPr lang="en-US" sz="4296" b="1" i="0" u="none" strike="noStrike" cap="none" dirty="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5"/>
          <p:cNvGrpSpPr/>
          <p:nvPr/>
        </p:nvGrpSpPr>
        <p:grpSpPr>
          <a:xfrm>
            <a:off x="294425" y="1325947"/>
            <a:ext cx="5432901" cy="4813377"/>
            <a:chOff x="0" y="-66675"/>
            <a:chExt cx="1430878" cy="1195870"/>
          </a:xfrm>
        </p:grpSpPr>
        <p:sp>
          <p:nvSpPr>
            <p:cNvPr id="148" name="Google Shape;148;p5"/>
            <p:cNvSpPr/>
            <p:nvPr/>
          </p:nvSpPr>
          <p:spPr>
            <a:xfrm>
              <a:off x="0" y="0"/>
              <a:ext cx="1430878" cy="1129195"/>
            </a:xfrm>
            <a:custGeom>
              <a:avLst/>
              <a:gdLst/>
              <a:ahLst/>
              <a:cxnLst/>
              <a:rect l="l" t="t" r="r" b="b"/>
              <a:pathLst>
                <a:path w="1430878" h="1129195" extrusionOk="0">
                  <a:moveTo>
                    <a:pt x="79801" y="0"/>
                  </a:moveTo>
                  <a:lnTo>
                    <a:pt x="1351078" y="0"/>
                  </a:lnTo>
                  <a:cubicBezTo>
                    <a:pt x="1395150" y="0"/>
                    <a:pt x="1430878" y="35728"/>
                    <a:pt x="1430878" y="79801"/>
                  </a:cubicBezTo>
                  <a:lnTo>
                    <a:pt x="1430878" y="1049394"/>
                  </a:lnTo>
                  <a:cubicBezTo>
                    <a:pt x="1430878" y="1093466"/>
                    <a:pt x="1395150" y="1129195"/>
                    <a:pt x="1351078" y="1129195"/>
                  </a:cubicBezTo>
                  <a:lnTo>
                    <a:pt x="79801" y="1129195"/>
                  </a:lnTo>
                  <a:cubicBezTo>
                    <a:pt x="35728" y="1129195"/>
                    <a:pt x="0" y="1093466"/>
                    <a:pt x="0" y="1049394"/>
                  </a:cubicBezTo>
                  <a:lnTo>
                    <a:pt x="0" y="79801"/>
                  </a:lnTo>
                  <a:cubicBezTo>
                    <a:pt x="0" y="35728"/>
                    <a:pt x="35728" y="0"/>
                    <a:pt x="79801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0" y="-66675"/>
              <a:ext cx="1430878" cy="1195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5"/>
          <p:cNvSpPr/>
          <p:nvPr/>
        </p:nvSpPr>
        <p:spPr>
          <a:xfrm>
            <a:off x="5985565" y="1431546"/>
            <a:ext cx="12302435" cy="4813328"/>
          </a:xfrm>
          <a:custGeom>
            <a:avLst/>
            <a:gdLst/>
            <a:ahLst/>
            <a:cxnLst/>
            <a:rect l="l" t="t" r="r" b="b"/>
            <a:pathLst>
              <a:path w="12302435" h="4813328" extrusionOk="0">
                <a:moveTo>
                  <a:pt x="0" y="0"/>
                </a:moveTo>
                <a:lnTo>
                  <a:pt x="12302435" y="0"/>
                </a:lnTo>
                <a:lnTo>
                  <a:pt x="12302435" y="4813328"/>
                </a:lnTo>
                <a:lnTo>
                  <a:pt x="0" y="4813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1" name="Google Shape;151;p5"/>
          <p:cNvSpPr txBox="1"/>
          <p:nvPr/>
        </p:nvSpPr>
        <p:spPr>
          <a:xfrm>
            <a:off x="548934" y="1961147"/>
            <a:ext cx="5178347" cy="365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Перемещение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игрока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6"/>
          <p:cNvGrpSpPr/>
          <p:nvPr/>
        </p:nvGrpSpPr>
        <p:grpSpPr>
          <a:xfrm>
            <a:off x="294414" y="1325959"/>
            <a:ext cx="6012197" cy="2921791"/>
            <a:chOff x="0" y="-66675"/>
            <a:chExt cx="1583459" cy="769525"/>
          </a:xfrm>
        </p:grpSpPr>
        <p:sp>
          <p:nvSpPr>
            <p:cNvPr id="157" name="Google Shape;157;p6"/>
            <p:cNvSpPr/>
            <p:nvPr/>
          </p:nvSpPr>
          <p:spPr>
            <a:xfrm>
              <a:off x="0" y="0"/>
              <a:ext cx="1583459" cy="702850"/>
            </a:xfrm>
            <a:custGeom>
              <a:avLst/>
              <a:gdLst/>
              <a:ahLst/>
              <a:cxnLst/>
              <a:rect l="l" t="t" r="r" b="b"/>
              <a:pathLst>
                <a:path w="1583459" h="702850" extrusionOk="0">
                  <a:moveTo>
                    <a:pt x="72111" y="0"/>
                  </a:moveTo>
                  <a:lnTo>
                    <a:pt x="1511348" y="0"/>
                  </a:lnTo>
                  <a:cubicBezTo>
                    <a:pt x="1551174" y="0"/>
                    <a:pt x="1583459" y="32285"/>
                    <a:pt x="1583459" y="72111"/>
                  </a:cubicBezTo>
                  <a:lnTo>
                    <a:pt x="1583459" y="630739"/>
                  </a:lnTo>
                  <a:cubicBezTo>
                    <a:pt x="1583459" y="670565"/>
                    <a:pt x="1551174" y="702850"/>
                    <a:pt x="1511348" y="702850"/>
                  </a:cubicBezTo>
                  <a:lnTo>
                    <a:pt x="72111" y="702850"/>
                  </a:lnTo>
                  <a:cubicBezTo>
                    <a:pt x="52986" y="702850"/>
                    <a:pt x="34644" y="695253"/>
                    <a:pt x="21121" y="681729"/>
                  </a:cubicBezTo>
                  <a:cubicBezTo>
                    <a:pt x="7597" y="668206"/>
                    <a:pt x="0" y="649864"/>
                    <a:pt x="0" y="630739"/>
                  </a:cubicBezTo>
                  <a:lnTo>
                    <a:pt x="0" y="72111"/>
                  </a:lnTo>
                  <a:cubicBezTo>
                    <a:pt x="0" y="32285"/>
                    <a:pt x="32285" y="0"/>
                    <a:pt x="72111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6"/>
            <p:cNvSpPr txBox="1"/>
            <p:nvPr/>
          </p:nvSpPr>
          <p:spPr>
            <a:xfrm>
              <a:off x="0" y="-66675"/>
              <a:ext cx="1583459" cy="769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6"/>
          <p:cNvGrpSpPr/>
          <p:nvPr/>
        </p:nvGrpSpPr>
        <p:grpSpPr>
          <a:xfrm>
            <a:off x="803986" y="7750041"/>
            <a:ext cx="16682906" cy="1718569"/>
            <a:chOff x="0" y="-66675"/>
            <a:chExt cx="4393852" cy="452628"/>
          </a:xfrm>
        </p:grpSpPr>
        <p:sp>
          <p:nvSpPr>
            <p:cNvPr id="160" name="Google Shape;160;p6"/>
            <p:cNvSpPr/>
            <p:nvPr/>
          </p:nvSpPr>
          <p:spPr>
            <a:xfrm>
              <a:off x="0" y="0"/>
              <a:ext cx="4393852" cy="385953"/>
            </a:xfrm>
            <a:custGeom>
              <a:avLst/>
              <a:gdLst/>
              <a:ahLst/>
              <a:cxnLst/>
              <a:rect l="l" t="t" r="r" b="b"/>
              <a:pathLst>
                <a:path w="4393852" h="385953" extrusionOk="0">
                  <a:moveTo>
                    <a:pt x="21811" y="0"/>
                  </a:moveTo>
                  <a:lnTo>
                    <a:pt x="4372041" y="0"/>
                  </a:lnTo>
                  <a:cubicBezTo>
                    <a:pt x="4384087" y="0"/>
                    <a:pt x="4393852" y="9765"/>
                    <a:pt x="4393852" y="21811"/>
                  </a:cubicBezTo>
                  <a:lnTo>
                    <a:pt x="4393852" y="364142"/>
                  </a:lnTo>
                  <a:cubicBezTo>
                    <a:pt x="4393852" y="376187"/>
                    <a:pt x="4384087" y="385953"/>
                    <a:pt x="4372041" y="385953"/>
                  </a:cubicBezTo>
                  <a:lnTo>
                    <a:pt x="21811" y="385953"/>
                  </a:lnTo>
                  <a:cubicBezTo>
                    <a:pt x="9765" y="385953"/>
                    <a:pt x="0" y="376187"/>
                    <a:pt x="0" y="364142"/>
                  </a:cubicBezTo>
                  <a:lnTo>
                    <a:pt x="0" y="21811"/>
                  </a:lnTo>
                  <a:cubicBezTo>
                    <a:pt x="0" y="9765"/>
                    <a:pt x="9765" y="0"/>
                    <a:pt x="21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0" y="-66675"/>
              <a:ext cx="4393852" cy="452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6"/>
          <p:cNvSpPr/>
          <p:nvPr/>
        </p:nvSpPr>
        <p:spPr>
          <a:xfrm>
            <a:off x="6531630" y="1185010"/>
            <a:ext cx="11557512" cy="3062741"/>
          </a:xfrm>
          <a:custGeom>
            <a:avLst/>
            <a:gdLst/>
            <a:ahLst/>
            <a:cxnLst/>
            <a:rect l="l" t="t" r="r" b="b"/>
            <a:pathLst>
              <a:path w="11557512" h="3062741" extrusionOk="0">
                <a:moveTo>
                  <a:pt x="0" y="0"/>
                </a:moveTo>
                <a:lnTo>
                  <a:pt x="11557511" y="0"/>
                </a:lnTo>
                <a:lnTo>
                  <a:pt x="11557511" y="3062740"/>
                </a:lnTo>
                <a:lnTo>
                  <a:pt x="0" y="3062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3" name="Google Shape;163;p6"/>
          <p:cNvSpPr/>
          <p:nvPr/>
        </p:nvSpPr>
        <p:spPr>
          <a:xfrm>
            <a:off x="4521997" y="4523271"/>
            <a:ext cx="5206043" cy="5414881"/>
          </a:xfrm>
          <a:custGeom>
            <a:avLst/>
            <a:gdLst/>
            <a:ahLst/>
            <a:cxnLst/>
            <a:rect l="l" t="t" r="r" b="b"/>
            <a:pathLst>
              <a:path w="5206043" h="5414881" extrusionOk="0">
                <a:moveTo>
                  <a:pt x="0" y="0"/>
                </a:moveTo>
                <a:lnTo>
                  <a:pt x="5206042" y="0"/>
                </a:lnTo>
                <a:lnTo>
                  <a:pt x="5206042" y="5414881"/>
                </a:lnTo>
                <a:lnTo>
                  <a:pt x="0" y="5414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6"/>
          <p:cNvSpPr/>
          <p:nvPr/>
        </p:nvSpPr>
        <p:spPr>
          <a:xfrm>
            <a:off x="12858364" y="4523271"/>
            <a:ext cx="2708134" cy="5763729"/>
          </a:xfrm>
          <a:custGeom>
            <a:avLst/>
            <a:gdLst/>
            <a:ahLst/>
            <a:cxnLst/>
            <a:rect l="l" t="t" r="r" b="b"/>
            <a:pathLst>
              <a:path w="2708134" h="5763729" extrusionOk="0">
                <a:moveTo>
                  <a:pt x="0" y="0"/>
                </a:moveTo>
                <a:lnTo>
                  <a:pt x="2708135" y="0"/>
                </a:lnTo>
                <a:lnTo>
                  <a:pt x="2708135" y="5763729"/>
                </a:lnTo>
                <a:lnTo>
                  <a:pt x="0" y="5763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931" b="-929"/>
            </a:stretch>
          </a:blipFill>
          <a:ln>
            <a:noFill/>
          </a:ln>
        </p:spPr>
      </p:sp>
      <p:sp>
        <p:nvSpPr>
          <p:cNvPr id="165" name="Google Shape;165;p6"/>
          <p:cNvSpPr txBox="1"/>
          <p:nvPr/>
        </p:nvSpPr>
        <p:spPr>
          <a:xfrm>
            <a:off x="548934" y="1980197"/>
            <a:ext cx="5757677" cy="1965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21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3721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3721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721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Управление</a:t>
            </a:r>
            <a:r>
              <a:rPr lang="en-US" sz="3721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lang="en-US" sz="3721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клавиатуры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7"/>
          <p:cNvGrpSpPr/>
          <p:nvPr/>
        </p:nvGrpSpPr>
        <p:grpSpPr>
          <a:xfrm>
            <a:off x="294414" y="1541391"/>
            <a:ext cx="5432867" cy="4540568"/>
            <a:chOff x="0" y="-66675"/>
            <a:chExt cx="1430878" cy="1195870"/>
          </a:xfrm>
        </p:grpSpPr>
        <p:sp>
          <p:nvSpPr>
            <p:cNvPr id="171" name="Google Shape;171;p7"/>
            <p:cNvSpPr/>
            <p:nvPr/>
          </p:nvSpPr>
          <p:spPr>
            <a:xfrm>
              <a:off x="0" y="0"/>
              <a:ext cx="1430878" cy="1129195"/>
            </a:xfrm>
            <a:custGeom>
              <a:avLst/>
              <a:gdLst/>
              <a:ahLst/>
              <a:cxnLst/>
              <a:rect l="l" t="t" r="r" b="b"/>
              <a:pathLst>
                <a:path w="1430878" h="1129195" extrusionOk="0">
                  <a:moveTo>
                    <a:pt x="79801" y="0"/>
                  </a:moveTo>
                  <a:lnTo>
                    <a:pt x="1351078" y="0"/>
                  </a:lnTo>
                  <a:cubicBezTo>
                    <a:pt x="1395150" y="0"/>
                    <a:pt x="1430878" y="35728"/>
                    <a:pt x="1430878" y="79801"/>
                  </a:cubicBezTo>
                  <a:lnTo>
                    <a:pt x="1430878" y="1049394"/>
                  </a:lnTo>
                  <a:cubicBezTo>
                    <a:pt x="1430878" y="1093466"/>
                    <a:pt x="1395150" y="1129195"/>
                    <a:pt x="1351078" y="1129195"/>
                  </a:cubicBezTo>
                  <a:lnTo>
                    <a:pt x="79801" y="1129195"/>
                  </a:lnTo>
                  <a:cubicBezTo>
                    <a:pt x="35728" y="1129195"/>
                    <a:pt x="0" y="1093466"/>
                    <a:pt x="0" y="1049394"/>
                  </a:cubicBezTo>
                  <a:lnTo>
                    <a:pt x="0" y="79801"/>
                  </a:lnTo>
                  <a:cubicBezTo>
                    <a:pt x="0" y="35728"/>
                    <a:pt x="35728" y="0"/>
                    <a:pt x="79801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7"/>
            <p:cNvSpPr txBox="1"/>
            <p:nvPr/>
          </p:nvSpPr>
          <p:spPr>
            <a:xfrm>
              <a:off x="0" y="-66675"/>
              <a:ext cx="1430878" cy="1195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7"/>
          <p:cNvGrpSpPr/>
          <p:nvPr/>
        </p:nvGrpSpPr>
        <p:grpSpPr>
          <a:xfrm>
            <a:off x="803986" y="7750041"/>
            <a:ext cx="16682906" cy="1718569"/>
            <a:chOff x="0" y="-66675"/>
            <a:chExt cx="4393852" cy="452628"/>
          </a:xfrm>
        </p:grpSpPr>
        <p:sp>
          <p:nvSpPr>
            <p:cNvPr id="174" name="Google Shape;174;p7"/>
            <p:cNvSpPr/>
            <p:nvPr/>
          </p:nvSpPr>
          <p:spPr>
            <a:xfrm>
              <a:off x="0" y="0"/>
              <a:ext cx="4393852" cy="385953"/>
            </a:xfrm>
            <a:custGeom>
              <a:avLst/>
              <a:gdLst/>
              <a:ahLst/>
              <a:cxnLst/>
              <a:rect l="l" t="t" r="r" b="b"/>
              <a:pathLst>
                <a:path w="4393852" h="385953" extrusionOk="0">
                  <a:moveTo>
                    <a:pt x="21811" y="0"/>
                  </a:moveTo>
                  <a:lnTo>
                    <a:pt x="4372041" y="0"/>
                  </a:lnTo>
                  <a:cubicBezTo>
                    <a:pt x="4384087" y="0"/>
                    <a:pt x="4393852" y="9765"/>
                    <a:pt x="4393852" y="21811"/>
                  </a:cubicBezTo>
                  <a:lnTo>
                    <a:pt x="4393852" y="364142"/>
                  </a:lnTo>
                  <a:cubicBezTo>
                    <a:pt x="4393852" y="376187"/>
                    <a:pt x="4384087" y="385953"/>
                    <a:pt x="4372041" y="385953"/>
                  </a:cubicBezTo>
                  <a:lnTo>
                    <a:pt x="21811" y="385953"/>
                  </a:lnTo>
                  <a:cubicBezTo>
                    <a:pt x="9765" y="385953"/>
                    <a:pt x="0" y="376187"/>
                    <a:pt x="0" y="364142"/>
                  </a:cubicBezTo>
                  <a:lnTo>
                    <a:pt x="0" y="21811"/>
                  </a:lnTo>
                  <a:cubicBezTo>
                    <a:pt x="0" y="9765"/>
                    <a:pt x="9765" y="0"/>
                    <a:pt x="21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7"/>
            <p:cNvSpPr txBox="1"/>
            <p:nvPr/>
          </p:nvSpPr>
          <p:spPr>
            <a:xfrm>
              <a:off x="0" y="-66675"/>
              <a:ext cx="4393852" cy="452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7"/>
          <p:cNvSpPr/>
          <p:nvPr/>
        </p:nvSpPr>
        <p:spPr>
          <a:xfrm>
            <a:off x="6118240" y="1426403"/>
            <a:ext cx="12032817" cy="5023701"/>
          </a:xfrm>
          <a:custGeom>
            <a:avLst/>
            <a:gdLst/>
            <a:ahLst/>
            <a:cxnLst/>
            <a:rect l="l" t="t" r="r" b="b"/>
            <a:pathLst>
              <a:path w="12032817" h="5023701" extrusionOk="0">
                <a:moveTo>
                  <a:pt x="0" y="0"/>
                </a:moveTo>
                <a:lnTo>
                  <a:pt x="12032817" y="0"/>
                </a:lnTo>
                <a:lnTo>
                  <a:pt x="12032817" y="5023701"/>
                </a:lnTo>
                <a:lnTo>
                  <a:pt x="0" y="5023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7" name="Google Shape;177;p7"/>
          <p:cNvSpPr txBox="1"/>
          <p:nvPr/>
        </p:nvSpPr>
        <p:spPr>
          <a:xfrm>
            <a:off x="548934" y="1961147"/>
            <a:ext cx="5178347" cy="365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Система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рестарта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8"/>
          <p:cNvGrpSpPr/>
          <p:nvPr/>
        </p:nvGrpSpPr>
        <p:grpSpPr>
          <a:xfrm>
            <a:off x="367250" y="11725"/>
            <a:ext cx="5432758" cy="3424655"/>
            <a:chOff x="0" y="-66675"/>
            <a:chExt cx="1430878" cy="842743"/>
          </a:xfrm>
        </p:grpSpPr>
        <p:sp>
          <p:nvSpPr>
            <p:cNvPr id="183" name="Google Shape;183;p8"/>
            <p:cNvSpPr/>
            <p:nvPr/>
          </p:nvSpPr>
          <p:spPr>
            <a:xfrm>
              <a:off x="0" y="0"/>
              <a:ext cx="1430878" cy="776068"/>
            </a:xfrm>
            <a:custGeom>
              <a:avLst/>
              <a:gdLst/>
              <a:ahLst/>
              <a:cxnLst/>
              <a:rect l="l" t="t" r="r" b="b"/>
              <a:pathLst>
                <a:path w="1430878" h="776068" extrusionOk="0">
                  <a:moveTo>
                    <a:pt x="79801" y="0"/>
                  </a:moveTo>
                  <a:lnTo>
                    <a:pt x="1351078" y="0"/>
                  </a:lnTo>
                  <a:cubicBezTo>
                    <a:pt x="1395150" y="0"/>
                    <a:pt x="1430878" y="35728"/>
                    <a:pt x="1430878" y="79801"/>
                  </a:cubicBezTo>
                  <a:lnTo>
                    <a:pt x="1430878" y="696268"/>
                  </a:lnTo>
                  <a:cubicBezTo>
                    <a:pt x="1430878" y="740340"/>
                    <a:pt x="1395150" y="776068"/>
                    <a:pt x="1351078" y="776068"/>
                  </a:cubicBezTo>
                  <a:lnTo>
                    <a:pt x="79801" y="776068"/>
                  </a:lnTo>
                  <a:cubicBezTo>
                    <a:pt x="35728" y="776068"/>
                    <a:pt x="0" y="740340"/>
                    <a:pt x="0" y="696268"/>
                  </a:cubicBezTo>
                  <a:lnTo>
                    <a:pt x="0" y="79801"/>
                  </a:lnTo>
                  <a:cubicBezTo>
                    <a:pt x="0" y="35728"/>
                    <a:pt x="35728" y="0"/>
                    <a:pt x="79801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0" y="-66675"/>
              <a:ext cx="1430878" cy="842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8"/>
          <p:cNvSpPr/>
          <p:nvPr/>
        </p:nvSpPr>
        <p:spPr>
          <a:xfrm>
            <a:off x="6810503" y="264879"/>
            <a:ext cx="9986074" cy="8529182"/>
          </a:xfrm>
          <a:custGeom>
            <a:avLst/>
            <a:gdLst/>
            <a:ahLst/>
            <a:cxnLst/>
            <a:rect l="l" t="t" r="r" b="b"/>
            <a:pathLst>
              <a:path w="9986074" h="8529182" extrusionOk="0">
                <a:moveTo>
                  <a:pt x="0" y="0"/>
                </a:moveTo>
                <a:lnTo>
                  <a:pt x="9986074" y="0"/>
                </a:lnTo>
                <a:lnTo>
                  <a:pt x="9986074" y="8529182"/>
                </a:lnTo>
                <a:lnTo>
                  <a:pt x="0" y="85291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6" name="Google Shape;186;p8"/>
          <p:cNvSpPr/>
          <p:nvPr/>
        </p:nvSpPr>
        <p:spPr>
          <a:xfrm>
            <a:off x="1794298" y="3436370"/>
            <a:ext cx="4291876" cy="6627510"/>
          </a:xfrm>
          <a:custGeom>
            <a:avLst/>
            <a:gdLst/>
            <a:ahLst/>
            <a:cxnLst/>
            <a:rect l="l" t="t" r="r" b="b"/>
            <a:pathLst>
              <a:path w="4291876" h="6627510" extrusionOk="0">
                <a:moveTo>
                  <a:pt x="0" y="0"/>
                </a:moveTo>
                <a:lnTo>
                  <a:pt x="4291876" y="0"/>
                </a:lnTo>
                <a:lnTo>
                  <a:pt x="4291876" y="6627510"/>
                </a:lnTo>
                <a:lnTo>
                  <a:pt x="0" y="6627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7" name="Google Shape;187;p8"/>
          <p:cNvSpPr txBox="1"/>
          <p:nvPr/>
        </p:nvSpPr>
        <p:spPr>
          <a:xfrm>
            <a:off x="621776" y="431478"/>
            <a:ext cx="5178300" cy="27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Интерфейс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9"/>
          <p:cNvGrpSpPr/>
          <p:nvPr/>
        </p:nvGrpSpPr>
        <p:grpSpPr>
          <a:xfrm>
            <a:off x="367250" y="11728"/>
            <a:ext cx="5432901" cy="3417239"/>
            <a:chOff x="0" y="-66675"/>
            <a:chExt cx="1430878" cy="842743"/>
          </a:xfrm>
        </p:grpSpPr>
        <p:sp>
          <p:nvSpPr>
            <p:cNvPr id="193" name="Google Shape;193;p9"/>
            <p:cNvSpPr/>
            <p:nvPr/>
          </p:nvSpPr>
          <p:spPr>
            <a:xfrm>
              <a:off x="0" y="0"/>
              <a:ext cx="1430878" cy="776068"/>
            </a:xfrm>
            <a:custGeom>
              <a:avLst/>
              <a:gdLst/>
              <a:ahLst/>
              <a:cxnLst/>
              <a:rect l="l" t="t" r="r" b="b"/>
              <a:pathLst>
                <a:path w="1430878" h="776068" extrusionOk="0">
                  <a:moveTo>
                    <a:pt x="79801" y="0"/>
                  </a:moveTo>
                  <a:lnTo>
                    <a:pt x="1351078" y="0"/>
                  </a:lnTo>
                  <a:cubicBezTo>
                    <a:pt x="1395150" y="0"/>
                    <a:pt x="1430878" y="35728"/>
                    <a:pt x="1430878" y="79801"/>
                  </a:cubicBezTo>
                  <a:lnTo>
                    <a:pt x="1430878" y="696268"/>
                  </a:lnTo>
                  <a:cubicBezTo>
                    <a:pt x="1430878" y="740340"/>
                    <a:pt x="1395150" y="776068"/>
                    <a:pt x="1351078" y="776068"/>
                  </a:cubicBezTo>
                  <a:lnTo>
                    <a:pt x="79801" y="776068"/>
                  </a:lnTo>
                  <a:cubicBezTo>
                    <a:pt x="35728" y="776068"/>
                    <a:pt x="0" y="740340"/>
                    <a:pt x="0" y="696268"/>
                  </a:cubicBezTo>
                  <a:lnTo>
                    <a:pt x="0" y="79801"/>
                  </a:lnTo>
                  <a:cubicBezTo>
                    <a:pt x="0" y="35728"/>
                    <a:pt x="35728" y="0"/>
                    <a:pt x="79801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 txBox="1"/>
            <p:nvPr/>
          </p:nvSpPr>
          <p:spPr>
            <a:xfrm>
              <a:off x="0" y="-66675"/>
              <a:ext cx="1430878" cy="842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9"/>
          <p:cNvSpPr/>
          <p:nvPr/>
        </p:nvSpPr>
        <p:spPr>
          <a:xfrm>
            <a:off x="1165861" y="3600725"/>
            <a:ext cx="4482668" cy="6056849"/>
          </a:xfrm>
          <a:custGeom>
            <a:avLst/>
            <a:gdLst/>
            <a:ahLst/>
            <a:cxnLst/>
            <a:rect l="l" t="t" r="r" b="b"/>
            <a:pathLst>
              <a:path w="4482668" h="6056849" extrusionOk="0">
                <a:moveTo>
                  <a:pt x="0" y="0"/>
                </a:moveTo>
                <a:lnTo>
                  <a:pt x="4482668" y="0"/>
                </a:lnTo>
                <a:lnTo>
                  <a:pt x="4482668" y="6056849"/>
                </a:lnTo>
                <a:lnTo>
                  <a:pt x="0" y="605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p9"/>
          <p:cNvSpPr/>
          <p:nvPr/>
        </p:nvSpPr>
        <p:spPr>
          <a:xfrm>
            <a:off x="12061913" y="427106"/>
            <a:ext cx="3449893" cy="8831194"/>
          </a:xfrm>
          <a:custGeom>
            <a:avLst/>
            <a:gdLst/>
            <a:ahLst/>
            <a:cxnLst/>
            <a:rect l="l" t="t" r="r" b="b"/>
            <a:pathLst>
              <a:path w="3449893" h="8831194" extrusionOk="0">
                <a:moveTo>
                  <a:pt x="0" y="0"/>
                </a:moveTo>
                <a:lnTo>
                  <a:pt x="3449893" y="0"/>
                </a:lnTo>
                <a:lnTo>
                  <a:pt x="3449893" y="8831194"/>
                </a:lnTo>
                <a:lnTo>
                  <a:pt x="0" y="8831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7" name="Google Shape;197;p9"/>
          <p:cNvSpPr/>
          <p:nvPr/>
        </p:nvSpPr>
        <p:spPr>
          <a:xfrm>
            <a:off x="7430771" y="476917"/>
            <a:ext cx="3812564" cy="8731572"/>
          </a:xfrm>
          <a:custGeom>
            <a:avLst/>
            <a:gdLst/>
            <a:ahLst/>
            <a:cxnLst/>
            <a:rect l="l" t="t" r="r" b="b"/>
            <a:pathLst>
              <a:path w="3812564" h="8731572" extrusionOk="0">
                <a:moveTo>
                  <a:pt x="0" y="0"/>
                </a:moveTo>
                <a:lnTo>
                  <a:pt x="3812565" y="0"/>
                </a:lnTo>
                <a:lnTo>
                  <a:pt x="3812565" y="8731572"/>
                </a:lnTo>
                <a:lnTo>
                  <a:pt x="0" y="8731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9"/>
          <p:cNvSpPr txBox="1"/>
          <p:nvPr/>
        </p:nvSpPr>
        <p:spPr>
          <a:xfrm>
            <a:off x="621776" y="431478"/>
            <a:ext cx="5178347" cy="273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Интерфейс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0"/>
          <p:cNvGrpSpPr/>
          <p:nvPr/>
        </p:nvGrpSpPr>
        <p:grpSpPr>
          <a:xfrm>
            <a:off x="367250" y="11728"/>
            <a:ext cx="5432901" cy="3417239"/>
            <a:chOff x="0" y="-66675"/>
            <a:chExt cx="1430878" cy="842743"/>
          </a:xfrm>
        </p:grpSpPr>
        <p:sp>
          <p:nvSpPr>
            <p:cNvPr id="204" name="Google Shape;204;p10"/>
            <p:cNvSpPr/>
            <p:nvPr/>
          </p:nvSpPr>
          <p:spPr>
            <a:xfrm>
              <a:off x="0" y="0"/>
              <a:ext cx="1430878" cy="776068"/>
            </a:xfrm>
            <a:custGeom>
              <a:avLst/>
              <a:gdLst/>
              <a:ahLst/>
              <a:cxnLst/>
              <a:rect l="l" t="t" r="r" b="b"/>
              <a:pathLst>
                <a:path w="1430878" h="776068" extrusionOk="0">
                  <a:moveTo>
                    <a:pt x="79801" y="0"/>
                  </a:moveTo>
                  <a:lnTo>
                    <a:pt x="1351078" y="0"/>
                  </a:lnTo>
                  <a:cubicBezTo>
                    <a:pt x="1395150" y="0"/>
                    <a:pt x="1430878" y="35728"/>
                    <a:pt x="1430878" y="79801"/>
                  </a:cubicBezTo>
                  <a:lnTo>
                    <a:pt x="1430878" y="696268"/>
                  </a:lnTo>
                  <a:cubicBezTo>
                    <a:pt x="1430878" y="740340"/>
                    <a:pt x="1395150" y="776068"/>
                    <a:pt x="1351078" y="776068"/>
                  </a:cubicBezTo>
                  <a:lnTo>
                    <a:pt x="79801" y="776068"/>
                  </a:lnTo>
                  <a:cubicBezTo>
                    <a:pt x="35728" y="776068"/>
                    <a:pt x="0" y="740340"/>
                    <a:pt x="0" y="696268"/>
                  </a:cubicBezTo>
                  <a:lnTo>
                    <a:pt x="0" y="79801"/>
                  </a:lnTo>
                  <a:cubicBezTo>
                    <a:pt x="0" y="35728"/>
                    <a:pt x="35728" y="0"/>
                    <a:pt x="79801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0"/>
            <p:cNvSpPr txBox="1"/>
            <p:nvPr/>
          </p:nvSpPr>
          <p:spPr>
            <a:xfrm>
              <a:off x="0" y="-66675"/>
              <a:ext cx="1430878" cy="842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0"/>
          <p:cNvSpPr/>
          <p:nvPr/>
        </p:nvSpPr>
        <p:spPr>
          <a:xfrm>
            <a:off x="8742095" y="333590"/>
            <a:ext cx="8517205" cy="4809910"/>
          </a:xfrm>
          <a:custGeom>
            <a:avLst/>
            <a:gdLst/>
            <a:ahLst/>
            <a:cxnLst/>
            <a:rect l="l" t="t" r="r" b="b"/>
            <a:pathLst>
              <a:path w="8517205" h="4809910" extrusionOk="0">
                <a:moveTo>
                  <a:pt x="0" y="0"/>
                </a:moveTo>
                <a:lnTo>
                  <a:pt x="8517205" y="0"/>
                </a:lnTo>
                <a:lnTo>
                  <a:pt x="8517205" y="4809910"/>
                </a:lnTo>
                <a:lnTo>
                  <a:pt x="0" y="4809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281" b="-2281"/>
            </a:stretch>
          </a:blipFill>
          <a:ln>
            <a:noFill/>
          </a:ln>
        </p:spPr>
      </p:sp>
      <p:sp>
        <p:nvSpPr>
          <p:cNvPr id="207" name="Google Shape;207;p10"/>
          <p:cNvSpPr/>
          <p:nvPr/>
        </p:nvSpPr>
        <p:spPr>
          <a:xfrm>
            <a:off x="621776" y="4458552"/>
            <a:ext cx="8798511" cy="5338074"/>
          </a:xfrm>
          <a:custGeom>
            <a:avLst/>
            <a:gdLst/>
            <a:ahLst/>
            <a:cxnLst/>
            <a:rect l="l" t="t" r="r" b="b"/>
            <a:pathLst>
              <a:path w="8798511" h="5338074" extrusionOk="0">
                <a:moveTo>
                  <a:pt x="0" y="0"/>
                </a:moveTo>
                <a:lnTo>
                  <a:pt x="8798511" y="0"/>
                </a:lnTo>
                <a:lnTo>
                  <a:pt x="8798511" y="5338074"/>
                </a:lnTo>
                <a:lnTo>
                  <a:pt x="0" y="5338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8" name="Google Shape;208;p10"/>
          <p:cNvSpPr txBox="1"/>
          <p:nvPr/>
        </p:nvSpPr>
        <p:spPr>
          <a:xfrm>
            <a:off x="621776" y="431478"/>
            <a:ext cx="5178347" cy="273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Интерфейс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>
            <a:off x="367250" y="11722"/>
            <a:ext cx="5696958" cy="3520664"/>
            <a:chOff x="0" y="-66675"/>
            <a:chExt cx="1476508" cy="876965"/>
          </a:xfrm>
        </p:grpSpPr>
        <p:sp>
          <p:nvSpPr>
            <p:cNvPr id="214" name="Google Shape;214;p11"/>
            <p:cNvSpPr/>
            <p:nvPr/>
          </p:nvSpPr>
          <p:spPr>
            <a:xfrm>
              <a:off x="0" y="0"/>
              <a:ext cx="1476508" cy="810290"/>
            </a:xfrm>
            <a:custGeom>
              <a:avLst/>
              <a:gdLst/>
              <a:ahLst/>
              <a:cxnLst/>
              <a:rect l="l" t="t" r="r" b="b"/>
              <a:pathLst>
                <a:path w="1476508" h="810290" extrusionOk="0">
                  <a:moveTo>
                    <a:pt x="77335" y="0"/>
                  </a:moveTo>
                  <a:lnTo>
                    <a:pt x="1399173" y="0"/>
                  </a:lnTo>
                  <a:cubicBezTo>
                    <a:pt x="1441884" y="0"/>
                    <a:pt x="1476508" y="34624"/>
                    <a:pt x="1476508" y="77335"/>
                  </a:cubicBezTo>
                  <a:lnTo>
                    <a:pt x="1476508" y="732956"/>
                  </a:lnTo>
                  <a:cubicBezTo>
                    <a:pt x="1476508" y="775667"/>
                    <a:pt x="1441884" y="810290"/>
                    <a:pt x="1399173" y="810290"/>
                  </a:cubicBezTo>
                  <a:lnTo>
                    <a:pt x="77335" y="810290"/>
                  </a:lnTo>
                  <a:cubicBezTo>
                    <a:pt x="34624" y="810290"/>
                    <a:pt x="0" y="775667"/>
                    <a:pt x="0" y="732956"/>
                  </a:cubicBezTo>
                  <a:lnTo>
                    <a:pt x="0" y="77335"/>
                  </a:lnTo>
                  <a:cubicBezTo>
                    <a:pt x="0" y="34624"/>
                    <a:pt x="34624" y="0"/>
                    <a:pt x="77335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1"/>
            <p:cNvSpPr txBox="1"/>
            <p:nvPr/>
          </p:nvSpPr>
          <p:spPr>
            <a:xfrm>
              <a:off x="0" y="-66675"/>
              <a:ext cx="1476508" cy="876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1"/>
          <p:cNvSpPr/>
          <p:nvPr/>
        </p:nvSpPr>
        <p:spPr>
          <a:xfrm>
            <a:off x="6385162" y="264879"/>
            <a:ext cx="6395666" cy="9470140"/>
          </a:xfrm>
          <a:custGeom>
            <a:avLst/>
            <a:gdLst/>
            <a:ahLst/>
            <a:cxnLst/>
            <a:rect l="l" t="t" r="r" b="b"/>
            <a:pathLst>
              <a:path w="6395666" h="9470140" extrusionOk="0">
                <a:moveTo>
                  <a:pt x="0" y="0"/>
                </a:moveTo>
                <a:lnTo>
                  <a:pt x="6395666" y="0"/>
                </a:lnTo>
                <a:lnTo>
                  <a:pt x="6395666" y="9470140"/>
                </a:lnTo>
                <a:lnTo>
                  <a:pt x="0" y="9470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7" name="Google Shape;217;p11"/>
          <p:cNvSpPr/>
          <p:nvPr/>
        </p:nvSpPr>
        <p:spPr>
          <a:xfrm>
            <a:off x="12932421" y="130228"/>
            <a:ext cx="4989208" cy="10026543"/>
          </a:xfrm>
          <a:custGeom>
            <a:avLst/>
            <a:gdLst/>
            <a:ahLst/>
            <a:cxnLst/>
            <a:rect l="l" t="t" r="r" b="b"/>
            <a:pathLst>
              <a:path w="4989208" h="10026543" extrusionOk="0">
                <a:moveTo>
                  <a:pt x="0" y="0"/>
                </a:moveTo>
                <a:lnTo>
                  <a:pt x="4989208" y="0"/>
                </a:lnTo>
                <a:lnTo>
                  <a:pt x="4989208" y="10026544"/>
                </a:lnTo>
                <a:lnTo>
                  <a:pt x="0" y="10026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8" name="Google Shape;218;p11"/>
          <p:cNvSpPr txBox="1"/>
          <p:nvPr/>
        </p:nvSpPr>
        <p:spPr>
          <a:xfrm>
            <a:off x="621776" y="431478"/>
            <a:ext cx="5178347" cy="273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Механика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ключа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12"/>
          <p:cNvGrpSpPr/>
          <p:nvPr/>
        </p:nvGrpSpPr>
        <p:grpSpPr>
          <a:xfrm>
            <a:off x="367250" y="11726"/>
            <a:ext cx="6025654" cy="3417270"/>
            <a:chOff x="0" y="-66675"/>
            <a:chExt cx="1579174" cy="876965"/>
          </a:xfrm>
        </p:grpSpPr>
        <p:sp>
          <p:nvSpPr>
            <p:cNvPr id="224" name="Google Shape;224;p12"/>
            <p:cNvSpPr/>
            <p:nvPr/>
          </p:nvSpPr>
          <p:spPr>
            <a:xfrm>
              <a:off x="0" y="0"/>
              <a:ext cx="1579174" cy="810290"/>
            </a:xfrm>
            <a:custGeom>
              <a:avLst/>
              <a:gdLst/>
              <a:ahLst/>
              <a:cxnLst/>
              <a:rect l="l" t="t" r="r" b="b"/>
              <a:pathLst>
                <a:path w="1579174" h="810290" extrusionOk="0">
                  <a:moveTo>
                    <a:pt x="72307" y="0"/>
                  </a:moveTo>
                  <a:lnTo>
                    <a:pt x="1506867" y="0"/>
                  </a:lnTo>
                  <a:cubicBezTo>
                    <a:pt x="1526044" y="0"/>
                    <a:pt x="1544436" y="7618"/>
                    <a:pt x="1557996" y="21178"/>
                  </a:cubicBezTo>
                  <a:cubicBezTo>
                    <a:pt x="1571556" y="34738"/>
                    <a:pt x="1579174" y="53130"/>
                    <a:pt x="1579174" y="72307"/>
                  </a:cubicBezTo>
                  <a:lnTo>
                    <a:pt x="1579174" y="737983"/>
                  </a:lnTo>
                  <a:cubicBezTo>
                    <a:pt x="1579174" y="757160"/>
                    <a:pt x="1571556" y="775552"/>
                    <a:pt x="1557996" y="789112"/>
                  </a:cubicBezTo>
                  <a:cubicBezTo>
                    <a:pt x="1544436" y="802672"/>
                    <a:pt x="1526044" y="810290"/>
                    <a:pt x="1506867" y="810290"/>
                  </a:cubicBezTo>
                  <a:lnTo>
                    <a:pt x="72307" y="810290"/>
                  </a:lnTo>
                  <a:cubicBezTo>
                    <a:pt x="53130" y="810290"/>
                    <a:pt x="34738" y="802672"/>
                    <a:pt x="21178" y="789112"/>
                  </a:cubicBezTo>
                  <a:cubicBezTo>
                    <a:pt x="7618" y="775552"/>
                    <a:pt x="0" y="757160"/>
                    <a:pt x="0" y="737983"/>
                  </a:cubicBezTo>
                  <a:lnTo>
                    <a:pt x="0" y="72307"/>
                  </a:lnTo>
                  <a:cubicBezTo>
                    <a:pt x="0" y="53130"/>
                    <a:pt x="7618" y="34738"/>
                    <a:pt x="21178" y="21178"/>
                  </a:cubicBezTo>
                  <a:cubicBezTo>
                    <a:pt x="34738" y="7618"/>
                    <a:pt x="53130" y="0"/>
                    <a:pt x="72307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2"/>
            <p:cNvSpPr txBox="1"/>
            <p:nvPr/>
          </p:nvSpPr>
          <p:spPr>
            <a:xfrm>
              <a:off x="0" y="-66675"/>
              <a:ext cx="1579174" cy="876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2"/>
          <p:cNvSpPr/>
          <p:nvPr/>
        </p:nvSpPr>
        <p:spPr>
          <a:xfrm>
            <a:off x="6572811" y="403685"/>
            <a:ext cx="5782862" cy="9147984"/>
          </a:xfrm>
          <a:custGeom>
            <a:avLst/>
            <a:gdLst/>
            <a:ahLst/>
            <a:cxnLst/>
            <a:rect l="l" t="t" r="r" b="b"/>
            <a:pathLst>
              <a:path w="5782862" h="9147984" extrusionOk="0">
                <a:moveTo>
                  <a:pt x="0" y="0"/>
                </a:moveTo>
                <a:lnTo>
                  <a:pt x="5782862" y="0"/>
                </a:lnTo>
                <a:lnTo>
                  <a:pt x="5782862" y="9147985"/>
                </a:lnTo>
                <a:lnTo>
                  <a:pt x="0" y="91479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20" r="-1220"/>
            </a:stretch>
          </a:blipFill>
          <a:ln>
            <a:noFill/>
          </a:ln>
        </p:spPr>
      </p:sp>
      <p:sp>
        <p:nvSpPr>
          <p:cNvPr id="227" name="Google Shape;227;p12"/>
          <p:cNvSpPr txBox="1"/>
          <p:nvPr/>
        </p:nvSpPr>
        <p:spPr>
          <a:xfrm>
            <a:off x="621776" y="431478"/>
            <a:ext cx="5589813" cy="273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Механика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выхода</a:t>
            </a:r>
            <a:endParaRPr dirty="0"/>
          </a:p>
        </p:txBody>
      </p:sp>
      <p:sp>
        <p:nvSpPr>
          <p:cNvPr id="228" name="Google Shape;228;p12"/>
          <p:cNvSpPr/>
          <p:nvPr/>
        </p:nvSpPr>
        <p:spPr>
          <a:xfrm>
            <a:off x="12016159" y="264879"/>
            <a:ext cx="6271841" cy="9286791"/>
          </a:xfrm>
          <a:custGeom>
            <a:avLst/>
            <a:gdLst/>
            <a:ahLst/>
            <a:cxnLst/>
            <a:rect l="l" t="t" r="r" b="b"/>
            <a:pathLst>
              <a:path w="6271841" h="9286791" extrusionOk="0">
                <a:moveTo>
                  <a:pt x="0" y="0"/>
                </a:moveTo>
                <a:lnTo>
                  <a:pt x="6271841" y="0"/>
                </a:lnTo>
                <a:lnTo>
                  <a:pt x="6271841" y="9286791"/>
                </a:lnTo>
                <a:lnTo>
                  <a:pt x="0" y="92867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367255" y="11722"/>
            <a:ext cx="5649428" cy="3438009"/>
            <a:chOff x="0" y="-66675"/>
            <a:chExt cx="1487915" cy="905484"/>
          </a:xfrm>
        </p:grpSpPr>
        <p:sp>
          <p:nvSpPr>
            <p:cNvPr id="234" name="Google Shape;234;p13"/>
            <p:cNvSpPr/>
            <p:nvPr/>
          </p:nvSpPr>
          <p:spPr>
            <a:xfrm>
              <a:off x="0" y="0"/>
              <a:ext cx="1487915" cy="838809"/>
            </a:xfrm>
            <a:custGeom>
              <a:avLst/>
              <a:gdLst/>
              <a:ahLst/>
              <a:cxnLst/>
              <a:rect l="l" t="t" r="r" b="b"/>
              <a:pathLst>
                <a:path w="1487915" h="838809" extrusionOk="0">
                  <a:moveTo>
                    <a:pt x="76742" y="0"/>
                  </a:moveTo>
                  <a:lnTo>
                    <a:pt x="1411173" y="0"/>
                  </a:lnTo>
                  <a:cubicBezTo>
                    <a:pt x="1431527" y="0"/>
                    <a:pt x="1451046" y="8085"/>
                    <a:pt x="1465438" y="22477"/>
                  </a:cubicBezTo>
                  <a:cubicBezTo>
                    <a:pt x="1479830" y="36869"/>
                    <a:pt x="1487915" y="56389"/>
                    <a:pt x="1487915" y="76742"/>
                  </a:cubicBezTo>
                  <a:lnTo>
                    <a:pt x="1487915" y="762067"/>
                  </a:lnTo>
                  <a:cubicBezTo>
                    <a:pt x="1487915" y="782420"/>
                    <a:pt x="1479830" y="801940"/>
                    <a:pt x="1465438" y="816332"/>
                  </a:cubicBezTo>
                  <a:cubicBezTo>
                    <a:pt x="1451046" y="830724"/>
                    <a:pt x="1431527" y="838809"/>
                    <a:pt x="1411173" y="838809"/>
                  </a:cubicBezTo>
                  <a:lnTo>
                    <a:pt x="76742" y="838809"/>
                  </a:lnTo>
                  <a:cubicBezTo>
                    <a:pt x="56389" y="838809"/>
                    <a:pt x="36869" y="830724"/>
                    <a:pt x="22477" y="816332"/>
                  </a:cubicBezTo>
                  <a:cubicBezTo>
                    <a:pt x="8085" y="801940"/>
                    <a:pt x="0" y="782420"/>
                    <a:pt x="0" y="762067"/>
                  </a:cubicBezTo>
                  <a:lnTo>
                    <a:pt x="0" y="76742"/>
                  </a:lnTo>
                  <a:cubicBezTo>
                    <a:pt x="0" y="56389"/>
                    <a:pt x="8085" y="36869"/>
                    <a:pt x="22477" y="22477"/>
                  </a:cubicBezTo>
                  <a:cubicBezTo>
                    <a:pt x="36869" y="8085"/>
                    <a:pt x="56389" y="0"/>
                    <a:pt x="76742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 txBox="1"/>
            <p:nvPr/>
          </p:nvSpPr>
          <p:spPr>
            <a:xfrm>
              <a:off x="0" y="-66675"/>
              <a:ext cx="1487915" cy="905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3"/>
          <p:cNvSpPr/>
          <p:nvPr/>
        </p:nvSpPr>
        <p:spPr>
          <a:xfrm>
            <a:off x="8836880" y="3652461"/>
            <a:ext cx="6383952" cy="6383952"/>
          </a:xfrm>
          <a:custGeom>
            <a:avLst/>
            <a:gdLst/>
            <a:ahLst/>
            <a:cxnLst/>
            <a:rect l="l" t="t" r="r" b="b"/>
            <a:pathLst>
              <a:path w="6383952" h="6383952" extrusionOk="0">
                <a:moveTo>
                  <a:pt x="0" y="0"/>
                </a:moveTo>
                <a:lnTo>
                  <a:pt x="6383952" y="0"/>
                </a:lnTo>
                <a:lnTo>
                  <a:pt x="6383952" y="6383953"/>
                </a:lnTo>
                <a:lnTo>
                  <a:pt x="0" y="638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7" name="Google Shape;237;p13"/>
          <p:cNvSpPr txBox="1"/>
          <p:nvPr/>
        </p:nvSpPr>
        <p:spPr>
          <a:xfrm>
            <a:off x="621775" y="431475"/>
            <a:ext cx="5254800" cy="4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Технические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характеристики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Подсчет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шагов</a:t>
            </a:r>
            <a:r>
              <a:rPr lang="en-US" sz="5199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99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игрока</a:t>
            </a:r>
            <a:endParaRPr dirty="0"/>
          </a:p>
        </p:txBody>
      </p:sp>
      <p:sp>
        <p:nvSpPr>
          <p:cNvPr id="238" name="Google Shape;238;p13"/>
          <p:cNvSpPr/>
          <p:nvPr/>
        </p:nvSpPr>
        <p:spPr>
          <a:xfrm>
            <a:off x="6250100" y="264879"/>
            <a:ext cx="11557512" cy="3062741"/>
          </a:xfrm>
          <a:custGeom>
            <a:avLst/>
            <a:gdLst/>
            <a:ahLst/>
            <a:cxnLst/>
            <a:rect l="l" t="t" r="r" b="b"/>
            <a:pathLst>
              <a:path w="11557512" h="3062741" extrusionOk="0">
                <a:moveTo>
                  <a:pt x="0" y="0"/>
                </a:moveTo>
                <a:lnTo>
                  <a:pt x="11557512" y="0"/>
                </a:lnTo>
                <a:lnTo>
                  <a:pt x="11557512" y="3062740"/>
                </a:lnTo>
                <a:lnTo>
                  <a:pt x="0" y="3062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/>
          <p:nvPr/>
        </p:nvSpPr>
        <p:spPr>
          <a:xfrm>
            <a:off x="5043899" y="2385775"/>
            <a:ext cx="12794175" cy="7901216"/>
          </a:xfrm>
          <a:custGeom>
            <a:avLst/>
            <a:gdLst/>
            <a:ahLst/>
            <a:cxnLst/>
            <a:rect l="l" t="t" r="r" b="b"/>
            <a:pathLst>
              <a:path w="13683610" h="8124644" extrusionOk="0">
                <a:moveTo>
                  <a:pt x="0" y="0"/>
                </a:moveTo>
                <a:lnTo>
                  <a:pt x="13683610" y="0"/>
                </a:lnTo>
                <a:lnTo>
                  <a:pt x="13683610" y="8124643"/>
                </a:lnTo>
                <a:lnTo>
                  <a:pt x="0" y="8124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4" name="Google Shape;244;p14"/>
          <p:cNvGrpSpPr/>
          <p:nvPr/>
        </p:nvGrpSpPr>
        <p:grpSpPr>
          <a:xfrm>
            <a:off x="367250" y="11724"/>
            <a:ext cx="8585792" cy="2680061"/>
            <a:chOff x="0" y="-66675"/>
            <a:chExt cx="2166652" cy="705855"/>
          </a:xfrm>
        </p:grpSpPr>
        <p:sp>
          <p:nvSpPr>
            <p:cNvPr id="245" name="Google Shape;245;p14"/>
            <p:cNvSpPr/>
            <p:nvPr/>
          </p:nvSpPr>
          <p:spPr>
            <a:xfrm>
              <a:off x="0" y="0"/>
              <a:ext cx="2166652" cy="639180"/>
            </a:xfrm>
            <a:custGeom>
              <a:avLst/>
              <a:gdLst/>
              <a:ahLst/>
              <a:cxnLst/>
              <a:rect l="l" t="t" r="r" b="b"/>
              <a:pathLst>
                <a:path w="2166652" h="639180" extrusionOk="0">
                  <a:moveTo>
                    <a:pt x="52701" y="0"/>
                  </a:moveTo>
                  <a:lnTo>
                    <a:pt x="2113951" y="0"/>
                  </a:lnTo>
                  <a:cubicBezTo>
                    <a:pt x="2127928" y="0"/>
                    <a:pt x="2141333" y="5552"/>
                    <a:pt x="2151216" y="15436"/>
                  </a:cubicBezTo>
                  <a:cubicBezTo>
                    <a:pt x="2161100" y="25319"/>
                    <a:pt x="2166652" y="38724"/>
                    <a:pt x="2166652" y="52701"/>
                  </a:cubicBezTo>
                  <a:lnTo>
                    <a:pt x="2166652" y="586479"/>
                  </a:lnTo>
                  <a:cubicBezTo>
                    <a:pt x="2166652" y="600456"/>
                    <a:pt x="2161100" y="613861"/>
                    <a:pt x="2151216" y="623744"/>
                  </a:cubicBezTo>
                  <a:cubicBezTo>
                    <a:pt x="2141333" y="633628"/>
                    <a:pt x="2127928" y="639180"/>
                    <a:pt x="2113951" y="639180"/>
                  </a:cubicBezTo>
                  <a:lnTo>
                    <a:pt x="52701" y="639180"/>
                  </a:lnTo>
                  <a:cubicBezTo>
                    <a:pt x="38724" y="639180"/>
                    <a:pt x="25319" y="633628"/>
                    <a:pt x="15436" y="623744"/>
                  </a:cubicBezTo>
                  <a:cubicBezTo>
                    <a:pt x="5552" y="613861"/>
                    <a:pt x="0" y="600456"/>
                    <a:pt x="0" y="586479"/>
                  </a:cubicBezTo>
                  <a:lnTo>
                    <a:pt x="0" y="52701"/>
                  </a:lnTo>
                  <a:cubicBezTo>
                    <a:pt x="0" y="38724"/>
                    <a:pt x="5552" y="25319"/>
                    <a:pt x="15436" y="15436"/>
                  </a:cubicBezTo>
                  <a:cubicBezTo>
                    <a:pt x="25319" y="5552"/>
                    <a:pt x="38724" y="0"/>
                    <a:pt x="52701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 txBox="1"/>
            <p:nvPr/>
          </p:nvSpPr>
          <p:spPr>
            <a:xfrm>
              <a:off x="0" y="-66675"/>
              <a:ext cx="2166652" cy="705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4"/>
          <p:cNvSpPr txBox="1"/>
          <p:nvPr/>
        </p:nvSpPr>
        <p:spPr>
          <a:xfrm>
            <a:off x="621775" y="441000"/>
            <a:ext cx="8226600" cy="30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Работа</a:t>
            </a:r>
            <a:r>
              <a:rPr lang="en-US" sz="5136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процессором</a:t>
            </a:r>
            <a:r>
              <a:rPr lang="en-US" sz="5136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вывод</a:t>
            </a:r>
            <a:r>
              <a:rPr lang="en-US" sz="5136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таблицы</a:t>
            </a:r>
            <a:r>
              <a:rPr lang="en-US" sz="5136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лидеров</a:t>
            </a:r>
            <a:endParaRPr dirty="0"/>
          </a:p>
          <a:p>
            <a:pPr marL="0" marR="0" lvl="0" indent="0" algn="just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136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5"/>
          <p:cNvPicPr preferRelativeResize="0"/>
          <p:nvPr/>
        </p:nvPicPr>
        <p:blipFill rotWithShape="1">
          <a:blip r:embed="rId3">
            <a:alphaModFix/>
          </a:blip>
          <a:srcRect t="2343" r="19270"/>
          <a:stretch/>
        </p:blipFill>
        <p:spPr>
          <a:xfrm>
            <a:off x="0" y="4206348"/>
            <a:ext cx="11662800" cy="608065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5"/>
          <p:cNvSpPr txBox="1"/>
          <p:nvPr/>
        </p:nvSpPr>
        <p:spPr>
          <a:xfrm>
            <a:off x="1552938" y="2992800"/>
            <a:ext cx="8556900" cy="18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Инициализация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endParaRPr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4" name="Google Shape;254;p15"/>
          <p:cNvGrpSpPr/>
          <p:nvPr/>
        </p:nvGrpSpPr>
        <p:grpSpPr>
          <a:xfrm>
            <a:off x="367250" y="11724"/>
            <a:ext cx="8656208" cy="2680232"/>
            <a:chOff x="0" y="-66675"/>
            <a:chExt cx="2166652" cy="705900"/>
          </a:xfrm>
        </p:grpSpPr>
        <p:sp>
          <p:nvSpPr>
            <p:cNvPr id="255" name="Google Shape;255;p15"/>
            <p:cNvSpPr/>
            <p:nvPr/>
          </p:nvSpPr>
          <p:spPr>
            <a:xfrm>
              <a:off x="0" y="0"/>
              <a:ext cx="2166652" cy="639180"/>
            </a:xfrm>
            <a:custGeom>
              <a:avLst/>
              <a:gdLst/>
              <a:ahLst/>
              <a:cxnLst/>
              <a:rect l="l" t="t" r="r" b="b"/>
              <a:pathLst>
                <a:path w="2166652" h="639180" extrusionOk="0">
                  <a:moveTo>
                    <a:pt x="52701" y="0"/>
                  </a:moveTo>
                  <a:lnTo>
                    <a:pt x="2113951" y="0"/>
                  </a:lnTo>
                  <a:cubicBezTo>
                    <a:pt x="2127928" y="0"/>
                    <a:pt x="2141333" y="5552"/>
                    <a:pt x="2151216" y="15436"/>
                  </a:cubicBezTo>
                  <a:cubicBezTo>
                    <a:pt x="2161100" y="25319"/>
                    <a:pt x="2166652" y="38724"/>
                    <a:pt x="2166652" y="52701"/>
                  </a:cubicBezTo>
                  <a:lnTo>
                    <a:pt x="2166652" y="586479"/>
                  </a:lnTo>
                  <a:cubicBezTo>
                    <a:pt x="2166652" y="600456"/>
                    <a:pt x="2161100" y="613861"/>
                    <a:pt x="2151216" y="623744"/>
                  </a:cubicBezTo>
                  <a:cubicBezTo>
                    <a:pt x="2141333" y="633628"/>
                    <a:pt x="2127928" y="639180"/>
                    <a:pt x="2113951" y="639180"/>
                  </a:cubicBezTo>
                  <a:lnTo>
                    <a:pt x="52701" y="639180"/>
                  </a:lnTo>
                  <a:cubicBezTo>
                    <a:pt x="38724" y="639180"/>
                    <a:pt x="25319" y="633628"/>
                    <a:pt x="15436" y="623744"/>
                  </a:cubicBezTo>
                  <a:cubicBezTo>
                    <a:pt x="5552" y="613861"/>
                    <a:pt x="0" y="600456"/>
                    <a:pt x="0" y="586479"/>
                  </a:cubicBezTo>
                  <a:lnTo>
                    <a:pt x="0" y="52701"/>
                  </a:lnTo>
                  <a:cubicBezTo>
                    <a:pt x="0" y="38724"/>
                    <a:pt x="5552" y="25319"/>
                    <a:pt x="15436" y="15436"/>
                  </a:cubicBezTo>
                  <a:cubicBezTo>
                    <a:pt x="25319" y="5552"/>
                    <a:pt x="38724" y="0"/>
                    <a:pt x="52701" y="0"/>
                  </a:cubicBezTo>
                  <a:close/>
                </a:path>
              </a:pathLst>
            </a:custGeom>
            <a:solidFill>
              <a:srgbClr val="141414">
                <a:alpha val="77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5"/>
            <p:cNvSpPr txBox="1"/>
            <p:nvPr/>
          </p:nvSpPr>
          <p:spPr>
            <a:xfrm>
              <a:off x="0" y="-66675"/>
              <a:ext cx="2166600" cy="7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5"/>
          <p:cNvSpPr txBox="1"/>
          <p:nvPr/>
        </p:nvSpPr>
        <p:spPr>
          <a:xfrm>
            <a:off x="621775" y="441000"/>
            <a:ext cx="8119800" cy="30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Работа</a:t>
            </a:r>
            <a:r>
              <a:rPr lang="en-US" sz="5136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процессором</a:t>
            </a:r>
            <a:r>
              <a:rPr lang="en-US" sz="5136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вывод</a:t>
            </a:r>
            <a:r>
              <a:rPr lang="en-US" sz="5136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таблицы</a:t>
            </a:r>
            <a:r>
              <a:rPr lang="en-US" sz="5136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136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лидеров</a:t>
            </a:r>
            <a:endParaRPr dirty="0"/>
          </a:p>
          <a:p>
            <a:pPr marL="0" marR="0" lvl="0" indent="0" algn="just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136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2794" y="11725"/>
            <a:ext cx="662520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13"/>
            <a:ext cx="18287999" cy="1028268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6"/>
          <p:cNvSpPr txBox="1"/>
          <p:nvPr/>
        </p:nvSpPr>
        <p:spPr>
          <a:xfrm>
            <a:off x="9015500" y="7775050"/>
            <a:ext cx="74208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Логика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вставки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нового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игрока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7"/>
          <p:cNvGrpSpPr/>
          <p:nvPr/>
        </p:nvGrpSpPr>
        <p:grpSpPr>
          <a:xfrm>
            <a:off x="367250" y="11724"/>
            <a:ext cx="8656208" cy="2680061"/>
            <a:chOff x="0" y="-66675"/>
            <a:chExt cx="2166652" cy="705855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2166652" cy="639180"/>
            </a:xfrm>
            <a:custGeom>
              <a:avLst/>
              <a:gdLst/>
              <a:ahLst/>
              <a:cxnLst/>
              <a:rect l="l" t="t" r="r" b="b"/>
              <a:pathLst>
                <a:path w="2166652" h="639180" extrusionOk="0">
                  <a:moveTo>
                    <a:pt x="52701" y="0"/>
                  </a:moveTo>
                  <a:lnTo>
                    <a:pt x="2113951" y="0"/>
                  </a:lnTo>
                  <a:cubicBezTo>
                    <a:pt x="2127928" y="0"/>
                    <a:pt x="2141333" y="5552"/>
                    <a:pt x="2151216" y="15436"/>
                  </a:cubicBezTo>
                  <a:cubicBezTo>
                    <a:pt x="2161100" y="25319"/>
                    <a:pt x="2166652" y="38724"/>
                    <a:pt x="2166652" y="52701"/>
                  </a:cubicBezTo>
                  <a:lnTo>
                    <a:pt x="2166652" y="586479"/>
                  </a:lnTo>
                  <a:cubicBezTo>
                    <a:pt x="2166652" y="600456"/>
                    <a:pt x="2161100" y="613861"/>
                    <a:pt x="2151216" y="623744"/>
                  </a:cubicBezTo>
                  <a:cubicBezTo>
                    <a:pt x="2141333" y="633628"/>
                    <a:pt x="2127928" y="639180"/>
                    <a:pt x="2113951" y="639180"/>
                  </a:cubicBezTo>
                  <a:lnTo>
                    <a:pt x="52701" y="639180"/>
                  </a:lnTo>
                  <a:cubicBezTo>
                    <a:pt x="38724" y="639180"/>
                    <a:pt x="25319" y="633628"/>
                    <a:pt x="15436" y="623744"/>
                  </a:cubicBezTo>
                  <a:cubicBezTo>
                    <a:pt x="5552" y="613861"/>
                    <a:pt x="0" y="600456"/>
                    <a:pt x="0" y="586479"/>
                  </a:cubicBezTo>
                  <a:lnTo>
                    <a:pt x="0" y="52701"/>
                  </a:lnTo>
                  <a:cubicBezTo>
                    <a:pt x="0" y="38724"/>
                    <a:pt x="5552" y="25319"/>
                    <a:pt x="15436" y="15436"/>
                  </a:cubicBezTo>
                  <a:cubicBezTo>
                    <a:pt x="25319" y="5552"/>
                    <a:pt x="38724" y="0"/>
                    <a:pt x="52701" y="0"/>
                  </a:cubicBezTo>
                  <a:close/>
                </a:path>
              </a:pathLst>
            </a:custGeom>
            <a:solidFill>
              <a:srgbClr val="141414">
                <a:alpha val="7725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7"/>
            <p:cNvSpPr txBox="1"/>
            <p:nvPr/>
          </p:nvSpPr>
          <p:spPr>
            <a:xfrm>
              <a:off x="0" y="-66675"/>
              <a:ext cx="2166652" cy="7058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 txBox="1"/>
          <p:nvPr/>
        </p:nvSpPr>
        <p:spPr>
          <a:xfrm>
            <a:off x="621775" y="441000"/>
            <a:ext cx="8119800" cy="30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36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Работа с процессором и вывод таблицы лидеров</a:t>
            </a:r>
            <a:endParaRPr/>
          </a:p>
          <a:p>
            <a:pPr marL="0" marR="0" lvl="0" indent="0" algn="just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136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8987" y="0"/>
            <a:ext cx="5021038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12200" y="2894550"/>
            <a:ext cx="4775800" cy="73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7"/>
          <p:cNvSpPr txBox="1"/>
          <p:nvPr/>
        </p:nvSpPr>
        <p:spPr>
          <a:xfrm>
            <a:off x="221600" y="4497000"/>
            <a:ext cx="8947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Построение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отсортированной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синхронизация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Произвольный</PresentationFormat>
  <Paragraphs>34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Calibri</vt:lpstr>
      <vt:lpstr>Poppins</vt:lpstr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1</cp:revision>
  <dcterms:created xsi:type="dcterms:W3CDTF">2006-08-16T00:00:00Z</dcterms:created>
  <dcterms:modified xsi:type="dcterms:W3CDTF">2025-05-20T08:51:12Z</dcterms:modified>
</cp:coreProperties>
</file>