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13cbabfd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13cbabfd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13cbabfd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13cbabfd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19435817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19435817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19435817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19435817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19435817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19435817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E-learning</a:t>
            </a:r>
            <a:r>
              <a:rPr lang="ru"/>
              <a:t>:</a:t>
            </a:r>
            <a:r>
              <a:rPr lang="ru"/>
              <a:t> Pluses and Minuses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479725" y="269757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</a:rPr>
              <a:t>by Rodionova E.S 24944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</a:rPr>
              <a:t>Bulankin M.Y  24944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10061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latin typeface="Arial"/>
                <a:ea typeface="Arial"/>
                <a:cs typeface="Arial"/>
                <a:sym typeface="Arial"/>
              </a:rPr>
              <a:t>Presentation plan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1.</a:t>
            </a:r>
            <a:r>
              <a:rPr lang="ru">
                <a:solidFill>
                  <a:schemeClr val="dk2"/>
                </a:solidFill>
              </a:rPr>
              <a:t>What is E-learning?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2. </a:t>
            </a:r>
            <a:r>
              <a:rPr lang="ru">
                <a:solidFill>
                  <a:schemeClr val="dk2"/>
                </a:solidFill>
              </a:rPr>
              <a:t>The first electronic learning system - PLATO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2"/>
                </a:solidFill>
              </a:rPr>
              <a:t>3.</a:t>
            </a:r>
            <a:r>
              <a:rPr lang="ru">
                <a:solidFill>
                  <a:schemeClr val="dk2"/>
                </a:solidFill>
              </a:rPr>
              <a:t>Pluses  and Minuses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What is E-learning?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30516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E-learning is a way of learning using electronic tools, like the internet and computers. It allows people to study remotely, access courses and materials anytime and anywhere.</a:t>
            </a:r>
            <a:endParaRPr b="1" i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7977" y="1722900"/>
            <a:ext cx="4814700" cy="320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67425" y="124990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first electronic learning system - PLATO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71900" y="1919075"/>
            <a:ext cx="3979500" cy="30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first e-learning looked like a computer training program PLATO (Programmed Logic for Automatic Teaching Operations), developed at the University of Illinois in 1960. Students interacted with PLATO through terminals connected to a mainframe and networked together. Students answered questions and immediately received feedback from the system. A television was used as a display, and a special keyboard was offered for navigation.</a:t>
            </a:r>
            <a:endParaRPr i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825" y="1793250"/>
            <a:ext cx="2048323" cy="28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5980100" y="46715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202122"/>
                </a:solidFill>
                <a:highlight>
                  <a:srgbClr val="F8F9FA"/>
                </a:highlight>
              </a:rPr>
              <a:t>PLATO V terminal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E-learning: Pluses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71900" y="1919075"/>
            <a:ext cx="4349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1.Flexibility of schedule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2.Personalization of the program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3.Freedom of access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4.Savings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2"/>
                </a:solidFill>
              </a:rPr>
              <a:t>5.Quality knowledge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4925" y="1977514"/>
            <a:ext cx="4389075" cy="2464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71900" y="11513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E-learning: Minuses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1.Adaptation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2.Unpreparedness of students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3.Lack of personnel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2"/>
                </a:solidFill>
              </a:rPr>
              <a:t>4.Lack of live communication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075" y="1787075"/>
            <a:ext cx="4464875" cy="29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