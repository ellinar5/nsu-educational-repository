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02:15:08.58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1 432 24575,'0'0'0,"4"0"0,7 0 0,4 0 0,5 0 0,2 0 0,2 0 0,2 0 0,0 0 0,0 0 0,-1 0 0,1 0 0,-1 0 0,0 0 0,1 0 0,-2 0 0,1 0 0,0 0 0,0 0 0,0 0 0,0 0 0,0 0 0,-1 0 0,1 0 0,0 0 0,0 0 0,0 0 0,0 0 0,5 0 0,0 0 0,0 0 0,-1 0 0,-1 0 0,-1 0 0,-1 0 0,-1 0 0,0 0 0,0 0 0,0 0 0,-1 0 0,6 0 0,0 0 0,5 0 0,-1 0 0,-1 0 0,-2 0 0,-2 0 0,-2 0 0,-1 0 0,0 0 0,-2 0 0,1 0 0,-1 0 0,1 0 0,-1 0 0,1 0 0,0 0 0,0 0 0,0 0 0,0 0 0,0 0 0,0 0 0,-1 0 0,11 0 0,0 0 0,0 0 0,9 0 0,2 0 0,-2 0 0,-4 0 0,1 0 0,-4 0 0,-3 0 0,-3 0 0,-3 0 0,3 0 0,-1 0 0,5 0 0,-1 0 0,3 0 0,-1 0 0,2 0 0,-1 0 0,-3 0 0,-3 0 0,-2 0 0,-2 0 0,3 0 0,0 0 0,0 0 0,-2 0 0,0 0 0,3 0 0,0 0 0,4 0 0,-1 0 0,-1 0 0,-2 0 0,-2 0 0,-2 0 0,-1 0 0,-1 0 0,5 0 0,-1 0 0,6 0 0,-1 0 0,-1 0 0,-3 0 0,-1 0 0,-2 0 0,0 0 0,8 0 0,0 0 0,-1 0 0,-1 0 0,-2 0 0,-2 0 0,-2 0 0,-2 0 0,0 0 0,0 0 0,-1 0 0,0 0 0,6 0 0,0 0 0,0 0 0,-1 0 0,-1 0 0,3 0 0,1 0 0,-2 0 0,-1 0 0,-1 0 0,-1 0 0,-2 0 0,0 0 0,0 0 0,0 0 0,0 0 0,-1 0 0,-4-5 0,-10 0 0,-11 0 0,-8 1 0,-3-4 0,-5 1 0,-3 1 0,3-4 0,-2 2 0,4-4 0,-1 2 0,-1 2 0,2-3 0,-1 2 0,-2-3 0,-1 1 0,-3 3 0,-1-3 0,-1 3 0,4-4 0,0 2 0,0 1 0,-1 4 0,-2 1 0,0 2 0,-1 1 0,5-4 0,-1 0 0,5-4 0,-1 0 0,-1 1 0,-2 2 0,-2 2 0,-1-3 0,-2 1 0,-1-5 0,0 2 0,0-4 0,0 2 0,-1 3 0,1 1 0,5-2 0,0 2 0,0 1 0,-1-3 0,0 1 0,-2 2 0,-1 1 0,-1 2 0,1 2 0,-1 0 0,5-4 0,-1 0 0,2-5 0,-2 1 0,-1 1 0,4-3 0,4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02:15:13.24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147.9751"/>
      <inkml:brushProperty name="anchorY" value="-838.95721"/>
      <inkml:brushProperty name="scaleFactor" value="0.5"/>
    </inkml:brush>
  </inkml:definitions>
  <inkml:trace contextRef="#ctx0" brushRef="#br0">768 0 24575,'0'0'0,"-4"0"0,-7 0 0,-4 0 0,1 5 0,2 5 0,-3 1 0,4 3 0,-2-2 0,-3 3 0,-3-2 0,3 1 0,-2 3 0,4 2 0,-2-2 0,-1 1 0,-2-4 0,-3 1 0,4 2 0,0 3 0,-2-4 0,4 2 0,-1 1 0,-1-4 0,3 2 0,-2 1 0,-1 3 0,-2 0 0,-1-2 0,2 0 0,0 0 0,5 2 0,-2-4 0,4 2 0,-2-5 0,-2 1 0,2 2 0,-2 2 0,-1-3 0,2 1 0,-2-3 0,-1-3 0,3 1 0,-2 2 0,-1 3 0,-2-2 0,-2-3 0,4-4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9T02:31:25.84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84.11267"/>
      <inkml:brushProperty name="anchorY" value="-883.7381"/>
      <inkml:brushProperty name="scaleFactor" value="0.5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C5ED9-DF5E-1D85-FDFE-17B7724FC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AAE13B-F9EF-F6F6-5AAD-C34BE627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E75E2D-8F53-B663-605B-DB26B7E3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C61462-266E-7AA3-198C-0E26B6AAD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448AD1-FE5C-DE9A-8623-4DE0F1B0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10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E5B87-0F80-A04B-1F9E-EA106CD5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BD6BA-47DE-8924-CE2F-105349E58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8F1F7D-09C1-E209-A6F4-1797D1A3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040A3D-DFCF-98D7-65DC-AD3A6460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150A86-0482-0AF7-BD13-A7CB5E75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31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ADE6C-E6E8-ADA0-7441-BD44B5B2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42A7CF-1A31-B360-3AE4-051D05D70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2A36E4-4BDB-D057-B3AF-9EF00E32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74ABE7-9F39-1196-AC59-CEECA448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04DB1E-2006-8084-D856-1F9EE41B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01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0A523-0545-0093-1DBF-AAAD9C12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B1A2A9-B290-2D27-B2E3-CA01B5E30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123570-11BD-067A-8C1B-4A2541C67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EDAB44-D29F-4406-1DF7-74A593A4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41CA0D-4C88-9BC1-1CAD-317D5724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0191ED-2BEB-49B4-F93C-D1A082D3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14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8D9398-5454-BB55-2138-DA6C2DBA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A16CB6-F970-A55F-081A-920B40D6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CA6C91-AC81-B3B9-D71B-D3C52EA35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788DF2-6D32-5399-53F2-B8198670B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A202B8-51D0-3129-192E-97AD4B90B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8AA13E-7A5E-2CA2-EA40-1F46F177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7E5247-29CC-5AAE-586D-05A8571D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9506418-136B-F98D-D24B-D1D7934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89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B17F8-CDB9-87BA-9191-2967E696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A517E1-21E4-60A6-0057-84AA72C1A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FC0D5A-5C51-8E37-8FDD-07E54D4B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33DB80-F830-3858-3ABA-614B5E4E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45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06B0EF-9888-2765-32D8-236615099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BFCFCA-8425-F896-0DD7-CC2D899A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1F290-5B7A-44DB-5A3E-8C43DD10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56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905B0-F8BF-B9A5-FB28-810EBA4E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7B6336-8C53-E473-062E-B14A9311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FC3F7C-AE37-B789-3C72-022FA70F0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7628CD-4FE6-9615-F3EC-9D0D6C43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92274-8E4F-3A79-FB44-47527EF36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E0D5F7-A1B4-5568-3044-73DD6319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87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C4177-00A2-5F35-A8E7-60AB09F2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5E762C-9E1C-8C86-B26D-EB889C185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416A23-872F-8480-BB35-B34A52BD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ECE10F-88DE-ED74-A9B2-89C84F29B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FA5690-3BE4-3F69-9F52-C9350A46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FE0F4C-0DE8-9346-9520-E9535C54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27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E295C-357E-E342-5158-D0020A5C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81F57C-888A-078B-2669-9F2779735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986EBF-F0DB-6E0A-37F3-AB875E26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CE7AF7-0BB4-BA2A-52B6-46C9C9E3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E7F1DF-6B62-5126-4545-D735B344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26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0D18E50-528E-8499-44EB-0E78B89F5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4C2AD8-F09E-93C7-19D4-1033528CF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B36384-BE33-E763-87C0-1C807315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6503EF-70B3-BC61-8A27-2F374C7F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A22E7-68B8-3896-E99F-EBF65ECF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40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D8F0A-F1D6-E083-24A4-C53E2764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53CE5F-5AA2-FBAC-07C1-2715F6832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15E676-4158-5EA3-7D52-8A3C97D31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E72C5-45A3-4C95-8452-7391FD39E41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9E61B7-438A-AB7D-45C7-01CCDFD6F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28EEC8-F649-4AF7-2156-756E17E18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64C2E-E54E-4AE0-BE3E-EDA24B211B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11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3.xml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06C8D-D499-DE92-578D-E8E87A580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1726" y="7314616"/>
            <a:ext cx="9144000" cy="23876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5FEE3A-BAA7-7A83-389B-EDAABA39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905" y="7436101"/>
            <a:ext cx="9144000" cy="1655762"/>
          </a:xfrm>
        </p:spPr>
        <p:txBody>
          <a:bodyPr/>
          <a:lstStyle/>
          <a:p>
            <a:r>
              <a:rPr lang="en-US"/>
              <a:t>Skill:take pictures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D8036-B100-D3A2-9E14-48AFEF5F10C0}"/>
              </a:ext>
            </a:extLst>
          </p:cNvPr>
          <p:cNvSpPr txBox="1"/>
          <p:nvPr/>
        </p:nvSpPr>
        <p:spPr>
          <a:xfrm>
            <a:off x="304800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i="1" dirty="0">
                <a:latin typeface="+mj-lt"/>
              </a:rPr>
              <a:t>Skill: take pictures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AFFFA-DCDE-2AF3-92A1-F064E8DBE07F}"/>
              </a:ext>
            </a:extLst>
          </p:cNvPr>
          <p:cNvSpPr txBox="1"/>
          <p:nvPr/>
        </p:nvSpPr>
        <p:spPr>
          <a:xfrm>
            <a:off x="344940" y="736064"/>
            <a:ext cx="119674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to start in photography?</a:t>
            </a:r>
            <a:endParaRPr lang="ru-RU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547A6-5DC4-B687-4172-16CFF0202290}"/>
              </a:ext>
            </a:extLst>
          </p:cNvPr>
          <p:cNvSpPr txBox="1"/>
          <p:nvPr/>
        </p:nvSpPr>
        <p:spPr>
          <a:xfrm>
            <a:off x="224589" y="167621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Basics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2941A-1249-37A2-6399-DA6B55E65896}"/>
              </a:ext>
            </a:extLst>
          </p:cNvPr>
          <p:cNvSpPr txBox="1"/>
          <p:nvPr/>
        </p:nvSpPr>
        <p:spPr>
          <a:xfrm>
            <a:off x="224589" y="2259369"/>
            <a:ext cx="44276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to take good photos, you need about a year of practice. But you can quickly understand basic concepts like framing, lighting, and composition. With time, taking good photos gets easier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A4229676-5F83-1642-86B7-B6A680BDE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002" y="1288436"/>
            <a:ext cx="3286584" cy="526806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1EEC000B-E219-BB3E-CA46-82FF423E0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002" y="1256685"/>
            <a:ext cx="4067743" cy="5569064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A7E94F88-79CF-A12E-4EE2-78358E7E5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002" y="1256685"/>
            <a:ext cx="3399422" cy="5447578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37C22107-0AB4-9CAF-2D1D-9C0B810E0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878" y="1288436"/>
            <a:ext cx="3399422" cy="5373696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5E2C9C62-1C53-75B4-589C-674B37FBD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868" y="1353030"/>
            <a:ext cx="3271556" cy="5398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066840-2069-BA51-D5E4-8F08364E265A}"/>
              </a:ext>
            </a:extLst>
          </p:cNvPr>
          <p:cNvSpPr txBox="1"/>
          <p:nvPr/>
        </p:nvSpPr>
        <p:spPr>
          <a:xfrm>
            <a:off x="1255059" y="53128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DA823946-34B2-DE9A-148B-8ABDCD862CD3}"/>
                  </a:ext>
                </a:extLst>
              </p14:cNvPr>
              <p14:cNvContentPartPr/>
              <p14:nvPr/>
            </p14:nvContentPartPr>
            <p14:xfrm>
              <a:off x="3047640" y="5492111"/>
              <a:ext cx="1437120" cy="15552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DA823946-34B2-DE9A-148B-8ABDCD862CD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39000" y="5483471"/>
                <a:ext cx="14547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7E39D882-D48F-80D8-7104-216DE5EB37DB}"/>
                  </a:ext>
                </a:extLst>
              </p14:cNvPr>
              <p14:cNvContentPartPr/>
              <p14:nvPr/>
            </p14:nvContentPartPr>
            <p14:xfrm>
              <a:off x="4214760" y="5656631"/>
              <a:ext cx="276840" cy="24912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7E39D882-D48F-80D8-7104-216DE5EB37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06120" y="5647631"/>
                <a:ext cx="294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5FC96171-486A-F318-DBDD-22E8317C0898}"/>
                  </a:ext>
                </a:extLst>
              </p14:cNvPr>
              <p14:cNvContentPartPr/>
              <p14:nvPr/>
            </p14:nvContentPartPr>
            <p14:xfrm>
              <a:off x="9367800" y="2967071"/>
              <a:ext cx="360" cy="36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5FC96171-486A-F318-DBDD-22E8317C08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359160" y="295807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0D7C486-BCFE-92AB-0E1F-D91F2977762F}"/>
              </a:ext>
            </a:extLst>
          </p:cNvPr>
          <p:cNvSpPr txBox="1"/>
          <p:nvPr/>
        </p:nvSpPr>
        <p:spPr>
          <a:xfrm>
            <a:off x="9144000" y="122852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3.Photo Editing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7FC72F-F92E-A110-E368-E346918AE573}"/>
              </a:ext>
            </a:extLst>
          </p:cNvPr>
          <p:cNvSpPr txBox="1"/>
          <p:nvPr/>
        </p:nvSpPr>
        <p:spPr>
          <a:xfrm>
            <a:off x="7959361" y="1928604"/>
            <a:ext cx="42095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First, you need to choose software (for example, Photoshop, Lightroom or their analogues). Next, we crop and straighten the photo =&gt; adjust the brightness and contrast =&gt; adjust the color correction and white balance =&gt; adjust the sharpness and remove excess in the photo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01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377</TotalTime>
  <Words>114</Words>
  <Application>Microsoft Office PowerPoint</Application>
  <PresentationFormat>Широкоэкранный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2</cp:revision>
  <dcterms:created xsi:type="dcterms:W3CDTF">2024-10-28T11:03:45Z</dcterms:created>
  <dcterms:modified xsi:type="dcterms:W3CDTF">2024-10-29T02:51:13Z</dcterms:modified>
</cp:coreProperties>
</file>