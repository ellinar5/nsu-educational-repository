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7"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6"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ru-RU"/>
              <a:t>Образец заголовка</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F4B9E440-2B16-4623-AB75-6E3D2CEE2612}" type="datetimeFigureOut">
              <a:rPr lang="ru-RU" smtClean="0"/>
              <a:t>27.03.2025</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EFD5705A-C814-4FE6-B179-9D781F21E11A}" type="slidenum">
              <a:rPr lang="ru-RU" smtClean="0"/>
              <a:t>‹#›</a:t>
            </a:fld>
            <a:endParaRPr lang="ru-RU"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434550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nchor="ct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F4B9E440-2B16-4623-AB75-6E3D2CEE2612}" type="datetimeFigureOut">
              <a:rPr lang="ru-RU" smtClean="0"/>
              <a:t>27.03.2025</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EFD5705A-C814-4FE6-B179-9D781F21E11A}" type="slidenum">
              <a:rPr lang="ru-RU" smtClean="0"/>
              <a:t>‹#›</a:t>
            </a:fld>
            <a:endParaRPr lang="ru-RU" dirty="0"/>
          </a:p>
        </p:txBody>
      </p:sp>
    </p:spTree>
    <p:extLst>
      <p:ext uri="{BB962C8B-B14F-4D97-AF65-F5344CB8AC3E}">
        <p14:creationId xmlns:p14="http://schemas.microsoft.com/office/powerpoint/2010/main" val="911736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ru-RU"/>
              <a:t>Образец заголовка</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F4B9E440-2B16-4623-AB75-6E3D2CEE2612}" type="datetimeFigureOut">
              <a:rPr lang="ru-RU" smtClean="0"/>
              <a:t>27.03.2025</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EFD5705A-C814-4FE6-B179-9D781F21E11A}" type="slidenum">
              <a:rPr lang="ru-RU" smtClean="0"/>
              <a:t>‹#›</a:t>
            </a:fld>
            <a:endParaRPr lang="ru-RU" dirty="0"/>
          </a:p>
        </p:txBody>
      </p:sp>
    </p:spTree>
    <p:extLst>
      <p:ext uri="{BB962C8B-B14F-4D97-AF65-F5344CB8AC3E}">
        <p14:creationId xmlns:p14="http://schemas.microsoft.com/office/powerpoint/2010/main" val="2663032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F4B9E440-2B16-4623-AB75-6E3D2CEE2612}" type="datetimeFigureOut">
              <a:rPr lang="ru-RU" smtClean="0"/>
              <a:t>27.03.2025</a:t>
            </a:fld>
            <a:endParaRPr lang="ru-RU" dirty="0"/>
          </a:p>
        </p:txBody>
      </p:sp>
      <p:sp>
        <p:nvSpPr>
          <p:cNvPr id="6" name="Footer Placeholder 5"/>
          <p:cNvSpPr>
            <a:spLocks noGrp="1"/>
          </p:cNvSpPr>
          <p:nvPr>
            <p:ph type="ftr" sz="quarter" idx="11"/>
          </p:nvPr>
        </p:nvSpPr>
        <p:spPr/>
        <p:txBody>
          <a:bodyPr/>
          <a:lstStyle/>
          <a:p>
            <a:endParaRPr lang="ru-RU" dirty="0"/>
          </a:p>
        </p:txBody>
      </p:sp>
      <p:sp>
        <p:nvSpPr>
          <p:cNvPr id="7" name="Slide Number Placeholder 6"/>
          <p:cNvSpPr>
            <a:spLocks noGrp="1"/>
          </p:cNvSpPr>
          <p:nvPr>
            <p:ph type="sldNum" sz="quarter" idx="12"/>
          </p:nvPr>
        </p:nvSpPr>
        <p:spPr/>
        <p:txBody>
          <a:bodyPr/>
          <a:lstStyle/>
          <a:p>
            <a:fld id="{EFD5705A-C814-4FE6-B179-9D781F21E11A}" type="slidenum">
              <a:rPr lang="ru-RU" smtClean="0"/>
              <a:t>‹#›</a:t>
            </a:fld>
            <a:endParaRPr lang="ru-RU" dirty="0"/>
          </a:p>
        </p:txBody>
      </p:sp>
    </p:spTree>
    <p:extLst>
      <p:ext uri="{BB962C8B-B14F-4D97-AF65-F5344CB8AC3E}">
        <p14:creationId xmlns:p14="http://schemas.microsoft.com/office/powerpoint/2010/main" val="99956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a:t>Образец заголовка</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F4B9E440-2B16-4623-AB75-6E3D2CEE2612}" type="datetimeFigureOut">
              <a:rPr lang="ru-RU" smtClean="0"/>
              <a:t>27.03.2025</a:t>
            </a:fld>
            <a:endParaRPr lang="ru-RU" dirty="0"/>
          </a:p>
        </p:txBody>
      </p:sp>
      <p:sp>
        <p:nvSpPr>
          <p:cNvPr id="8" name="Footer Placeholder 7"/>
          <p:cNvSpPr>
            <a:spLocks noGrp="1"/>
          </p:cNvSpPr>
          <p:nvPr>
            <p:ph type="ftr" sz="quarter" idx="11"/>
          </p:nvPr>
        </p:nvSpPr>
        <p:spPr/>
        <p:txBody>
          <a:bodyPr/>
          <a:lstStyle/>
          <a:p>
            <a:endParaRPr lang="ru-RU" dirty="0"/>
          </a:p>
        </p:txBody>
      </p:sp>
      <p:sp>
        <p:nvSpPr>
          <p:cNvPr id="9" name="Slide Number Placeholder 8"/>
          <p:cNvSpPr>
            <a:spLocks noGrp="1"/>
          </p:cNvSpPr>
          <p:nvPr>
            <p:ph type="sldNum" sz="quarter" idx="12"/>
          </p:nvPr>
        </p:nvSpPr>
        <p:spPr/>
        <p:txBody>
          <a:bodyPr/>
          <a:lstStyle/>
          <a:p>
            <a:fld id="{EFD5705A-C814-4FE6-B179-9D781F21E11A}" type="slidenum">
              <a:rPr lang="ru-RU" smtClean="0"/>
              <a:t>‹#›</a:t>
            </a:fld>
            <a:endParaRPr lang="ru-RU" dirty="0"/>
          </a:p>
        </p:txBody>
      </p:sp>
    </p:spTree>
    <p:extLst>
      <p:ext uri="{BB962C8B-B14F-4D97-AF65-F5344CB8AC3E}">
        <p14:creationId xmlns:p14="http://schemas.microsoft.com/office/powerpoint/2010/main" val="2568242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F4B9E440-2B16-4623-AB75-6E3D2CEE2612}" type="datetimeFigureOut">
              <a:rPr lang="ru-RU" smtClean="0"/>
              <a:t>27.03.2025</a:t>
            </a:fld>
            <a:endParaRPr lang="ru-RU" dirty="0"/>
          </a:p>
        </p:txBody>
      </p:sp>
      <p:sp>
        <p:nvSpPr>
          <p:cNvPr id="4" name="Footer Placeholder 3"/>
          <p:cNvSpPr>
            <a:spLocks noGrp="1"/>
          </p:cNvSpPr>
          <p:nvPr>
            <p:ph type="ftr" sz="quarter" idx="11"/>
          </p:nvPr>
        </p:nvSpPr>
        <p:spPr/>
        <p:txBody>
          <a:bodyPr/>
          <a:lstStyle/>
          <a:p>
            <a:endParaRPr lang="ru-RU" dirty="0"/>
          </a:p>
        </p:txBody>
      </p:sp>
      <p:sp>
        <p:nvSpPr>
          <p:cNvPr id="5" name="Slide Number Placeholder 4"/>
          <p:cNvSpPr>
            <a:spLocks noGrp="1"/>
          </p:cNvSpPr>
          <p:nvPr>
            <p:ph type="sldNum" sz="quarter" idx="12"/>
          </p:nvPr>
        </p:nvSpPr>
        <p:spPr/>
        <p:txBody>
          <a:bodyPr/>
          <a:lstStyle/>
          <a:p>
            <a:fld id="{EFD5705A-C814-4FE6-B179-9D781F21E11A}" type="slidenum">
              <a:rPr lang="ru-RU" smtClean="0"/>
              <a:t>‹#›</a:t>
            </a:fld>
            <a:endParaRPr lang="ru-RU" dirty="0"/>
          </a:p>
        </p:txBody>
      </p:sp>
    </p:spTree>
    <p:extLst>
      <p:ext uri="{BB962C8B-B14F-4D97-AF65-F5344CB8AC3E}">
        <p14:creationId xmlns:p14="http://schemas.microsoft.com/office/powerpoint/2010/main" val="4161923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B9E440-2B16-4623-AB75-6E3D2CEE2612}" type="datetimeFigureOut">
              <a:rPr lang="ru-RU" smtClean="0"/>
              <a:t>27.03.2025</a:t>
            </a:fld>
            <a:endParaRPr lang="ru-RU" dirty="0"/>
          </a:p>
        </p:txBody>
      </p:sp>
      <p:sp>
        <p:nvSpPr>
          <p:cNvPr id="3" name="Footer Placeholder 2"/>
          <p:cNvSpPr>
            <a:spLocks noGrp="1"/>
          </p:cNvSpPr>
          <p:nvPr>
            <p:ph type="ftr" sz="quarter" idx="11"/>
          </p:nvPr>
        </p:nvSpPr>
        <p:spPr/>
        <p:txBody>
          <a:bodyPr/>
          <a:lstStyle/>
          <a:p>
            <a:endParaRPr lang="ru-RU" dirty="0"/>
          </a:p>
        </p:txBody>
      </p:sp>
      <p:sp>
        <p:nvSpPr>
          <p:cNvPr id="4" name="Slide Number Placeholder 3"/>
          <p:cNvSpPr>
            <a:spLocks noGrp="1"/>
          </p:cNvSpPr>
          <p:nvPr>
            <p:ph type="sldNum" sz="quarter" idx="12"/>
          </p:nvPr>
        </p:nvSpPr>
        <p:spPr/>
        <p:txBody>
          <a:bodyPr/>
          <a:lstStyle/>
          <a:p>
            <a:fld id="{EFD5705A-C814-4FE6-B179-9D781F21E11A}" type="slidenum">
              <a:rPr lang="ru-RU" smtClean="0"/>
              <a:t>‹#›</a:t>
            </a:fld>
            <a:endParaRPr lang="ru-RU" dirty="0"/>
          </a:p>
        </p:txBody>
      </p:sp>
    </p:spTree>
    <p:extLst>
      <p:ext uri="{BB962C8B-B14F-4D97-AF65-F5344CB8AC3E}">
        <p14:creationId xmlns:p14="http://schemas.microsoft.com/office/powerpoint/2010/main" val="7280068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ru-RU"/>
              <a:t>Образец заголовка</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F4B9E440-2B16-4623-AB75-6E3D2CEE2612}" type="datetimeFigureOut">
              <a:rPr lang="ru-RU" smtClean="0"/>
              <a:t>27.03.2025</a:t>
            </a:fld>
            <a:endParaRPr lang="ru-RU" dirty="0"/>
          </a:p>
        </p:txBody>
      </p:sp>
      <p:sp>
        <p:nvSpPr>
          <p:cNvPr id="6" name="Footer Placeholder 5"/>
          <p:cNvSpPr>
            <a:spLocks noGrp="1"/>
          </p:cNvSpPr>
          <p:nvPr>
            <p:ph type="ftr" sz="quarter" idx="11"/>
          </p:nvPr>
        </p:nvSpPr>
        <p:spPr/>
        <p:txBody>
          <a:bodyPr/>
          <a:lstStyle/>
          <a:p>
            <a:endParaRPr lang="ru-RU" dirty="0"/>
          </a:p>
        </p:txBody>
      </p:sp>
      <p:sp>
        <p:nvSpPr>
          <p:cNvPr id="7" name="Slide Number Placeholder 6"/>
          <p:cNvSpPr>
            <a:spLocks noGrp="1"/>
          </p:cNvSpPr>
          <p:nvPr>
            <p:ph type="sldNum" sz="quarter" idx="12"/>
          </p:nvPr>
        </p:nvSpPr>
        <p:spPr/>
        <p:txBody>
          <a:bodyPr/>
          <a:lstStyle/>
          <a:p>
            <a:fld id="{EFD5705A-C814-4FE6-B179-9D781F21E11A}" type="slidenum">
              <a:rPr lang="ru-RU" smtClean="0"/>
              <a:t>‹#›</a:t>
            </a:fld>
            <a:endParaRPr lang="ru-RU" dirty="0"/>
          </a:p>
        </p:txBody>
      </p:sp>
    </p:spTree>
    <p:extLst>
      <p:ext uri="{BB962C8B-B14F-4D97-AF65-F5344CB8AC3E}">
        <p14:creationId xmlns:p14="http://schemas.microsoft.com/office/powerpoint/2010/main" val="27088394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ru-RU"/>
              <a:t>Образец заголовка</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dirty="0"/>
              <a:t>Вставка рисунка</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F4B9E440-2B16-4623-AB75-6E3D2CEE2612}" type="datetimeFigureOut">
              <a:rPr lang="ru-RU" smtClean="0"/>
              <a:t>27.03.2025</a:t>
            </a:fld>
            <a:endParaRPr lang="ru-RU" dirty="0"/>
          </a:p>
        </p:txBody>
      </p:sp>
      <p:sp>
        <p:nvSpPr>
          <p:cNvPr id="6" name="Footer Placeholder 5"/>
          <p:cNvSpPr>
            <a:spLocks noGrp="1"/>
          </p:cNvSpPr>
          <p:nvPr>
            <p:ph type="ftr" sz="quarter" idx="11"/>
          </p:nvPr>
        </p:nvSpPr>
        <p:spPr/>
        <p:txBody>
          <a:bodyPr/>
          <a:lstStyle/>
          <a:p>
            <a:endParaRPr lang="ru-RU" dirty="0"/>
          </a:p>
        </p:txBody>
      </p:sp>
      <p:sp>
        <p:nvSpPr>
          <p:cNvPr id="7" name="Slide Number Placeholder 6"/>
          <p:cNvSpPr>
            <a:spLocks noGrp="1"/>
          </p:cNvSpPr>
          <p:nvPr>
            <p:ph type="sldNum" sz="quarter" idx="12"/>
          </p:nvPr>
        </p:nvSpPr>
        <p:spPr/>
        <p:txBody>
          <a:bodyPr/>
          <a:lstStyle/>
          <a:p>
            <a:fld id="{EFD5705A-C814-4FE6-B179-9D781F21E11A}" type="slidenum">
              <a:rPr lang="ru-RU" smtClean="0"/>
              <a:t>‹#›</a:t>
            </a:fld>
            <a:endParaRPr lang="ru-RU" dirty="0"/>
          </a:p>
        </p:txBody>
      </p:sp>
    </p:spTree>
    <p:extLst>
      <p:ext uri="{BB962C8B-B14F-4D97-AF65-F5344CB8AC3E}">
        <p14:creationId xmlns:p14="http://schemas.microsoft.com/office/powerpoint/2010/main" val="24378092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dirty="0"/>
              <a:t>Вставка рисунка</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Date Placeholder 2"/>
          <p:cNvSpPr>
            <a:spLocks noGrp="1"/>
          </p:cNvSpPr>
          <p:nvPr>
            <p:ph type="dt" sz="half" idx="10"/>
          </p:nvPr>
        </p:nvSpPr>
        <p:spPr/>
        <p:txBody>
          <a:bodyPr/>
          <a:lstStyle/>
          <a:p>
            <a:fld id="{F4B9E440-2B16-4623-AB75-6E3D2CEE2612}" type="datetimeFigureOut">
              <a:rPr lang="ru-RU" smtClean="0"/>
              <a:t>27.03.2025</a:t>
            </a:fld>
            <a:endParaRPr lang="ru-RU" dirty="0"/>
          </a:p>
        </p:txBody>
      </p:sp>
      <p:sp>
        <p:nvSpPr>
          <p:cNvPr id="4" name="Footer Placeholder 3"/>
          <p:cNvSpPr>
            <a:spLocks noGrp="1"/>
          </p:cNvSpPr>
          <p:nvPr>
            <p:ph type="ftr" sz="quarter" idx="11"/>
          </p:nvPr>
        </p:nvSpPr>
        <p:spPr/>
        <p:txBody>
          <a:bodyPr/>
          <a:lstStyle/>
          <a:p>
            <a:endParaRPr lang="ru-RU" dirty="0"/>
          </a:p>
        </p:txBody>
      </p:sp>
      <p:sp>
        <p:nvSpPr>
          <p:cNvPr id="5" name="Slide Number Placeholder 4"/>
          <p:cNvSpPr>
            <a:spLocks noGrp="1"/>
          </p:cNvSpPr>
          <p:nvPr>
            <p:ph type="sldNum" sz="quarter" idx="12"/>
          </p:nvPr>
        </p:nvSpPr>
        <p:spPr/>
        <p:txBody>
          <a:bodyPr/>
          <a:lstStyle/>
          <a:p>
            <a:fld id="{EFD5705A-C814-4FE6-B179-9D781F21E11A}" type="slidenum">
              <a:rPr lang="ru-RU" smtClean="0"/>
              <a:t>‹#›</a:t>
            </a:fld>
            <a:endParaRPr lang="ru-RU" dirty="0"/>
          </a:p>
        </p:txBody>
      </p:sp>
    </p:spTree>
    <p:extLst>
      <p:ext uri="{BB962C8B-B14F-4D97-AF65-F5344CB8AC3E}">
        <p14:creationId xmlns:p14="http://schemas.microsoft.com/office/powerpoint/2010/main" val="925386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ru-RU"/>
              <a:t>Образец заголовка</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F4B9E440-2B16-4623-AB75-6E3D2CEE2612}" type="datetimeFigureOut">
              <a:rPr lang="ru-RU" smtClean="0"/>
              <a:t>27.03.2025</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EFD5705A-C814-4FE6-B179-9D781F21E11A}" type="slidenum">
              <a:rPr lang="ru-RU" smtClean="0"/>
              <a:t>‹#›</a:t>
            </a:fld>
            <a:endParaRPr lang="ru-RU" dirty="0"/>
          </a:p>
        </p:txBody>
      </p:sp>
    </p:spTree>
    <p:extLst>
      <p:ext uri="{BB962C8B-B14F-4D97-AF65-F5344CB8AC3E}">
        <p14:creationId xmlns:p14="http://schemas.microsoft.com/office/powerpoint/2010/main" val="28727826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ru-RU"/>
              <a:t>Образец заголовка</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a:t>Образец текста</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F4B9E440-2B16-4623-AB75-6E3D2CEE2612}" type="datetimeFigureOut">
              <a:rPr lang="ru-RU" smtClean="0"/>
              <a:t>27.03.2025</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EFD5705A-C814-4FE6-B179-9D781F21E11A}" type="slidenum">
              <a:rPr lang="ru-RU" smtClean="0"/>
              <a:t>‹#›</a:t>
            </a:fld>
            <a:endParaRPr lang="ru-RU"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4585061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ru-RU"/>
              <a:t>Образец заголовка</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F4B9E440-2B16-4623-AB75-6E3D2CEE2612}" type="datetimeFigureOut">
              <a:rPr lang="ru-RU" smtClean="0"/>
              <a:t>27.03.2025</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EFD5705A-C814-4FE6-B179-9D781F21E11A}" type="slidenum">
              <a:rPr lang="ru-RU" smtClean="0"/>
              <a:t>‹#›</a:t>
            </a:fld>
            <a:endParaRPr lang="ru-RU" dirty="0"/>
          </a:p>
        </p:txBody>
      </p:sp>
    </p:spTree>
    <p:extLst>
      <p:ext uri="{BB962C8B-B14F-4D97-AF65-F5344CB8AC3E}">
        <p14:creationId xmlns:p14="http://schemas.microsoft.com/office/powerpoint/2010/main" val="31482863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ru-RU"/>
              <a:t>Образец заголовка</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ru-RU"/>
              <a:t>Образец текста</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F4B9E440-2B16-4623-AB75-6E3D2CEE2612}" type="datetimeFigureOut">
              <a:rPr lang="ru-RU" smtClean="0"/>
              <a:t>27.03.2025</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EFD5705A-C814-4FE6-B179-9D781F21E11A}" type="slidenum">
              <a:rPr lang="ru-RU" smtClean="0"/>
              <a:t>‹#›</a:t>
            </a:fld>
            <a:endParaRPr lang="ru-RU"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5661361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ru-RU"/>
              <a:t>Образец заголовка</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ru-RU"/>
              <a:t>Образец текста</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F4B9E440-2B16-4623-AB75-6E3D2CEE2612}" type="datetimeFigureOut">
              <a:rPr lang="ru-RU" smtClean="0"/>
              <a:t>27.03.2025</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EFD5705A-C814-4FE6-B179-9D781F21E11A}" type="slidenum">
              <a:rPr lang="ru-RU" smtClean="0"/>
              <a:t>‹#›</a:t>
            </a:fld>
            <a:endParaRPr lang="ru-RU" dirty="0"/>
          </a:p>
        </p:txBody>
      </p:sp>
    </p:spTree>
    <p:extLst>
      <p:ext uri="{BB962C8B-B14F-4D97-AF65-F5344CB8AC3E}">
        <p14:creationId xmlns:p14="http://schemas.microsoft.com/office/powerpoint/2010/main" val="38135419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F4B9E440-2B16-4623-AB75-6E3D2CEE2612}" type="datetimeFigureOut">
              <a:rPr lang="ru-RU" smtClean="0"/>
              <a:t>27.03.2025</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EFD5705A-C814-4FE6-B179-9D781F21E11A}" type="slidenum">
              <a:rPr lang="ru-RU" smtClean="0"/>
              <a:t>‹#›</a:t>
            </a:fld>
            <a:endParaRPr lang="ru-RU" dirty="0"/>
          </a:p>
        </p:txBody>
      </p:sp>
    </p:spTree>
    <p:extLst>
      <p:ext uri="{BB962C8B-B14F-4D97-AF65-F5344CB8AC3E}">
        <p14:creationId xmlns:p14="http://schemas.microsoft.com/office/powerpoint/2010/main" val="14055464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F4B9E440-2B16-4623-AB75-6E3D2CEE2612}" type="datetimeFigureOut">
              <a:rPr lang="ru-RU" smtClean="0"/>
              <a:t>27.03.2025</a:t>
            </a:fld>
            <a:endParaRPr lang="ru-RU" dirty="0"/>
          </a:p>
        </p:txBody>
      </p:sp>
      <p:sp>
        <p:nvSpPr>
          <p:cNvPr id="5" name="Footer Placeholder 4"/>
          <p:cNvSpPr>
            <a:spLocks noGrp="1"/>
          </p:cNvSpPr>
          <p:nvPr>
            <p:ph type="ftr" sz="quarter" idx="11"/>
          </p:nvPr>
        </p:nvSpPr>
        <p:spPr/>
        <p:txBody>
          <a:bodyPr/>
          <a:lstStyle/>
          <a:p>
            <a:endParaRPr lang="ru-RU" dirty="0"/>
          </a:p>
        </p:txBody>
      </p:sp>
      <p:sp>
        <p:nvSpPr>
          <p:cNvPr id="6" name="Slide Number Placeholder 5"/>
          <p:cNvSpPr>
            <a:spLocks noGrp="1"/>
          </p:cNvSpPr>
          <p:nvPr>
            <p:ph type="sldNum" sz="quarter" idx="12"/>
          </p:nvPr>
        </p:nvSpPr>
        <p:spPr/>
        <p:txBody>
          <a:bodyPr/>
          <a:lstStyle/>
          <a:p>
            <a:fld id="{EFD5705A-C814-4FE6-B179-9D781F21E11A}" type="slidenum">
              <a:rPr lang="ru-RU" smtClean="0"/>
              <a:t>‹#›</a:t>
            </a:fld>
            <a:endParaRPr lang="ru-RU" dirty="0"/>
          </a:p>
        </p:txBody>
      </p:sp>
    </p:spTree>
    <p:extLst>
      <p:ext uri="{BB962C8B-B14F-4D97-AF65-F5344CB8AC3E}">
        <p14:creationId xmlns:p14="http://schemas.microsoft.com/office/powerpoint/2010/main" val="1786434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F4B9E440-2B16-4623-AB75-6E3D2CEE2612}" type="datetimeFigureOut">
              <a:rPr lang="ru-RU" smtClean="0"/>
              <a:t>27.03.2025</a:t>
            </a:fld>
            <a:endParaRPr lang="ru-RU"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ru-RU"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EFD5705A-C814-4FE6-B179-9D781F21E11A}" type="slidenum">
              <a:rPr lang="ru-RU" smtClean="0"/>
              <a:t>‹#›</a:t>
            </a:fld>
            <a:endParaRPr lang="ru-RU" dirty="0"/>
          </a:p>
        </p:txBody>
      </p:sp>
    </p:spTree>
    <p:extLst>
      <p:ext uri="{BB962C8B-B14F-4D97-AF65-F5344CB8AC3E}">
        <p14:creationId xmlns:p14="http://schemas.microsoft.com/office/powerpoint/2010/main" val="405258110"/>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B8FB04A-31FE-6728-BBE1-5BE45FB00708}"/>
              </a:ext>
            </a:extLst>
          </p:cNvPr>
          <p:cNvSpPr>
            <a:spLocks noGrp="1"/>
          </p:cNvSpPr>
          <p:nvPr>
            <p:ph type="title"/>
          </p:nvPr>
        </p:nvSpPr>
        <p:spPr>
          <a:xfrm>
            <a:off x="293687" y="7087657"/>
            <a:ext cx="8534400" cy="1507067"/>
          </a:xfrm>
        </p:spPr>
        <p:txBody>
          <a:bodyPr/>
          <a:lstStyle/>
          <a:p>
            <a:endParaRPr lang="ru-RU" dirty="0"/>
          </a:p>
        </p:txBody>
      </p:sp>
      <p:sp>
        <p:nvSpPr>
          <p:cNvPr id="5" name="TextBox 4">
            <a:extLst>
              <a:ext uri="{FF2B5EF4-FFF2-40B4-BE49-F238E27FC236}">
                <a16:creationId xmlns:a16="http://schemas.microsoft.com/office/drawing/2014/main" id="{E8AB2D74-4270-98CF-F70F-5D2E9BBD05B7}"/>
              </a:ext>
            </a:extLst>
          </p:cNvPr>
          <p:cNvSpPr txBox="1"/>
          <p:nvPr/>
        </p:nvSpPr>
        <p:spPr>
          <a:xfrm>
            <a:off x="2005012" y="158234"/>
            <a:ext cx="9291637" cy="584775"/>
          </a:xfrm>
          <a:prstGeom prst="rect">
            <a:avLst/>
          </a:prstGeom>
          <a:noFill/>
        </p:spPr>
        <p:txBody>
          <a:bodyPr wrap="square">
            <a:spAutoFit/>
          </a:bodyPr>
          <a:lstStyle/>
          <a:p>
            <a:r>
              <a:rPr lang="ru-RU" sz="3200" dirty="0"/>
              <a:t>Join the "WoodGoblin" Eco Club at NSU!</a:t>
            </a:r>
          </a:p>
        </p:txBody>
      </p:sp>
      <p:sp>
        <p:nvSpPr>
          <p:cNvPr id="7" name="TextBox 6">
            <a:extLst>
              <a:ext uri="{FF2B5EF4-FFF2-40B4-BE49-F238E27FC236}">
                <a16:creationId xmlns:a16="http://schemas.microsoft.com/office/drawing/2014/main" id="{AD0CA94D-C114-5147-7F1C-DE0C2BBEABBC}"/>
              </a:ext>
            </a:extLst>
          </p:cNvPr>
          <p:cNvSpPr txBox="1"/>
          <p:nvPr/>
        </p:nvSpPr>
        <p:spPr>
          <a:xfrm>
            <a:off x="3043238" y="743009"/>
            <a:ext cx="6105524" cy="461665"/>
          </a:xfrm>
          <a:prstGeom prst="rect">
            <a:avLst/>
          </a:prstGeom>
          <a:noFill/>
        </p:spPr>
        <p:txBody>
          <a:bodyPr wrap="square">
            <a:spAutoFit/>
          </a:bodyPr>
          <a:lstStyle/>
          <a:p>
            <a:pPr algn="ctr"/>
            <a:r>
              <a:rPr lang="ru-RU" sz="2400" dirty="0"/>
              <a:t>We Need Volunteers!</a:t>
            </a:r>
          </a:p>
        </p:txBody>
      </p:sp>
      <p:sp>
        <p:nvSpPr>
          <p:cNvPr id="9" name="TextBox 8">
            <a:extLst>
              <a:ext uri="{FF2B5EF4-FFF2-40B4-BE49-F238E27FC236}">
                <a16:creationId xmlns:a16="http://schemas.microsoft.com/office/drawing/2014/main" id="{3C107359-754F-8161-84BA-3928778A0378}"/>
              </a:ext>
            </a:extLst>
          </p:cNvPr>
          <p:cNvSpPr txBox="1"/>
          <p:nvPr/>
        </p:nvSpPr>
        <p:spPr>
          <a:xfrm>
            <a:off x="293687" y="1283843"/>
            <a:ext cx="4681537" cy="2862322"/>
          </a:xfrm>
          <a:prstGeom prst="rect">
            <a:avLst/>
          </a:prstGeom>
          <a:noFill/>
        </p:spPr>
        <p:txBody>
          <a:bodyPr wrap="square">
            <a:spAutoFit/>
          </a:bodyPr>
          <a:lstStyle/>
          <a:p>
            <a:r>
              <a:rPr lang="ru-RU" dirty="0"/>
              <a:t>The "Wood Goblin" Eco Club at NSU is looking for active and caring students to join our team! We organize waste collection and recycling events, hold educational lectures and workshops, participate in greening the campus and city, and support environmental initiatives and projects. </a:t>
            </a:r>
            <a:r>
              <a:rPr lang="ru-RU" b="1" dirty="0"/>
              <a:t>Our goal is to create a community of activists ready to change the world!</a:t>
            </a:r>
          </a:p>
        </p:txBody>
      </p:sp>
      <p:sp>
        <p:nvSpPr>
          <p:cNvPr id="11" name="TextBox 10">
            <a:extLst>
              <a:ext uri="{FF2B5EF4-FFF2-40B4-BE49-F238E27FC236}">
                <a16:creationId xmlns:a16="http://schemas.microsoft.com/office/drawing/2014/main" id="{7A46ED37-AB2B-A4AF-16A7-1C30231E7482}"/>
              </a:ext>
            </a:extLst>
          </p:cNvPr>
          <p:cNvSpPr txBox="1"/>
          <p:nvPr/>
        </p:nvSpPr>
        <p:spPr>
          <a:xfrm>
            <a:off x="293687" y="4265369"/>
            <a:ext cx="6105524" cy="369332"/>
          </a:xfrm>
          <a:prstGeom prst="rect">
            <a:avLst/>
          </a:prstGeom>
          <a:noFill/>
        </p:spPr>
        <p:txBody>
          <a:bodyPr wrap="square">
            <a:spAutoFit/>
          </a:bodyPr>
          <a:lstStyle/>
          <a:p>
            <a:r>
              <a:rPr lang="ru-RU" i="1" u="sng" dirty="0"/>
              <a:t>Who Are We Looking For?</a:t>
            </a:r>
          </a:p>
        </p:txBody>
      </p:sp>
      <p:sp>
        <p:nvSpPr>
          <p:cNvPr id="13" name="TextBox 12">
            <a:extLst>
              <a:ext uri="{FF2B5EF4-FFF2-40B4-BE49-F238E27FC236}">
                <a16:creationId xmlns:a16="http://schemas.microsoft.com/office/drawing/2014/main" id="{85A26AE1-F354-D634-4F2D-F0E96934DB47}"/>
              </a:ext>
            </a:extLst>
          </p:cNvPr>
          <p:cNvSpPr txBox="1"/>
          <p:nvPr/>
        </p:nvSpPr>
        <p:spPr>
          <a:xfrm>
            <a:off x="293687" y="4654450"/>
            <a:ext cx="4043362" cy="1754326"/>
          </a:xfrm>
          <a:prstGeom prst="rect">
            <a:avLst/>
          </a:prstGeom>
          <a:noFill/>
        </p:spPr>
        <p:txBody>
          <a:bodyPr wrap="square">
            <a:spAutoFit/>
          </a:bodyPr>
          <a:lstStyle/>
          <a:p>
            <a:r>
              <a:rPr lang="ru-RU" dirty="0"/>
              <a:t>We want energetic, responsible, and creative people who can work in a team and share their ideas. If you are passionate about the environment and want to make a difference, we want you!</a:t>
            </a:r>
          </a:p>
        </p:txBody>
      </p:sp>
      <p:pic>
        <p:nvPicPr>
          <p:cNvPr id="19" name="Объект 18">
            <a:extLst>
              <a:ext uri="{FF2B5EF4-FFF2-40B4-BE49-F238E27FC236}">
                <a16:creationId xmlns:a16="http://schemas.microsoft.com/office/drawing/2014/main" id="{9D1D0FCC-F483-E6CE-8518-EC9DF4A6FEA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59120" y="4265369"/>
            <a:ext cx="2254250" cy="2254250"/>
          </a:xfrm>
        </p:spPr>
      </p:pic>
      <p:sp>
        <p:nvSpPr>
          <p:cNvPr id="21" name="TextBox 20">
            <a:extLst>
              <a:ext uri="{FF2B5EF4-FFF2-40B4-BE49-F238E27FC236}">
                <a16:creationId xmlns:a16="http://schemas.microsoft.com/office/drawing/2014/main" id="{9C1A7F06-2A8E-DED9-0A97-3112450C281A}"/>
              </a:ext>
            </a:extLst>
          </p:cNvPr>
          <p:cNvSpPr txBox="1"/>
          <p:nvPr/>
        </p:nvSpPr>
        <p:spPr>
          <a:xfrm>
            <a:off x="4975224" y="4661572"/>
            <a:ext cx="3814762" cy="1754326"/>
          </a:xfrm>
          <a:prstGeom prst="rect">
            <a:avLst/>
          </a:prstGeom>
          <a:noFill/>
        </p:spPr>
        <p:txBody>
          <a:bodyPr wrap="square">
            <a:spAutoFit/>
          </a:bodyPr>
          <a:lstStyle/>
          <a:p>
            <a:r>
              <a:rPr lang="en-US" dirty="0">
                <a:effectLst/>
              </a:rPr>
              <a:t>If you would like to join our club and learn more, please contact us on social media. For participating in the club, you can earn points to receive PGAS! </a:t>
            </a:r>
            <a:endParaRPr lang="ru-RU" dirty="0"/>
          </a:p>
        </p:txBody>
      </p:sp>
      <p:sp>
        <p:nvSpPr>
          <p:cNvPr id="23" name="TextBox 22">
            <a:extLst>
              <a:ext uri="{FF2B5EF4-FFF2-40B4-BE49-F238E27FC236}">
                <a16:creationId xmlns:a16="http://schemas.microsoft.com/office/drawing/2014/main" id="{353B0F1D-EC98-E753-FBDC-06A2360141BC}"/>
              </a:ext>
            </a:extLst>
          </p:cNvPr>
          <p:cNvSpPr txBox="1"/>
          <p:nvPr/>
        </p:nvSpPr>
        <p:spPr>
          <a:xfrm>
            <a:off x="4975224" y="4232740"/>
            <a:ext cx="6105524" cy="369332"/>
          </a:xfrm>
          <a:prstGeom prst="rect">
            <a:avLst/>
          </a:prstGeom>
          <a:noFill/>
        </p:spPr>
        <p:txBody>
          <a:bodyPr wrap="square">
            <a:spAutoFit/>
          </a:bodyPr>
          <a:lstStyle/>
          <a:p>
            <a:r>
              <a:rPr lang="en-US" i="1" u="sng" dirty="0"/>
              <a:t>How to Respond?</a:t>
            </a:r>
            <a:endParaRPr lang="ru-RU" i="1" u="sng" dirty="0"/>
          </a:p>
        </p:txBody>
      </p:sp>
      <p:pic>
        <p:nvPicPr>
          <p:cNvPr id="1028" name="Picture 4">
            <a:extLst>
              <a:ext uri="{FF2B5EF4-FFF2-40B4-BE49-F238E27FC236}">
                <a16:creationId xmlns:a16="http://schemas.microsoft.com/office/drawing/2014/main" id="{25E9008A-1CC3-07CB-7CF7-A63F4B50AC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7338" y="1283843"/>
            <a:ext cx="3703241" cy="2777431"/>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427FA971-7BE9-3AE6-8414-DA3B32D59379}"/>
              </a:ext>
            </a:extLst>
          </p:cNvPr>
          <p:cNvSpPr txBox="1"/>
          <p:nvPr/>
        </p:nvSpPr>
        <p:spPr>
          <a:xfrm>
            <a:off x="9459120" y="1318622"/>
            <a:ext cx="2347912" cy="1754326"/>
          </a:xfrm>
          <a:prstGeom prst="rect">
            <a:avLst/>
          </a:prstGeom>
          <a:noFill/>
        </p:spPr>
        <p:txBody>
          <a:bodyPr wrap="square">
            <a:spAutoFit/>
          </a:bodyPr>
          <a:lstStyle/>
          <a:p>
            <a:r>
              <a:rPr lang="en-US" i="1" dirty="0">
                <a:effectLst/>
              </a:rPr>
              <a:t>One of the club's activities is the production of board games from recyclable materials</a:t>
            </a:r>
            <a:endParaRPr lang="ru-RU" i="1" dirty="0"/>
          </a:p>
        </p:txBody>
      </p:sp>
      <p:sp>
        <p:nvSpPr>
          <p:cNvPr id="27" name="TextBox 26">
            <a:extLst>
              <a:ext uri="{FF2B5EF4-FFF2-40B4-BE49-F238E27FC236}">
                <a16:creationId xmlns:a16="http://schemas.microsoft.com/office/drawing/2014/main" id="{90BF58B9-2977-DC64-7A94-1BD81BA7C6E3}"/>
              </a:ext>
            </a:extLst>
          </p:cNvPr>
          <p:cNvSpPr txBox="1"/>
          <p:nvPr/>
        </p:nvSpPr>
        <p:spPr>
          <a:xfrm>
            <a:off x="9282113" y="637512"/>
            <a:ext cx="6105524" cy="369332"/>
          </a:xfrm>
          <a:prstGeom prst="rect">
            <a:avLst/>
          </a:prstGeom>
          <a:noFill/>
        </p:spPr>
        <p:txBody>
          <a:bodyPr wrap="square">
            <a:spAutoFit/>
          </a:bodyPr>
          <a:lstStyle/>
          <a:p>
            <a:r>
              <a:rPr lang="pl-PL" i="1" dirty="0"/>
              <a:t>by Rodionova E.S 24944</a:t>
            </a:r>
            <a:endParaRPr lang="ru-RU" i="1" dirty="0"/>
          </a:p>
        </p:txBody>
      </p:sp>
    </p:spTree>
    <p:extLst>
      <p:ext uri="{BB962C8B-B14F-4D97-AF65-F5344CB8AC3E}">
        <p14:creationId xmlns:p14="http://schemas.microsoft.com/office/powerpoint/2010/main" val="2804307247"/>
      </p:ext>
    </p:extLst>
  </p:cSld>
  <p:clrMapOvr>
    <a:masterClrMapping/>
  </p:clrMapOvr>
</p:sld>
</file>

<file path=ppt/theme/theme1.xml><?xml version="1.0" encoding="utf-8"?>
<a:theme xmlns:a="http://schemas.openxmlformats.org/drawingml/2006/main" name="Сектор">
  <a:themeElements>
    <a:clrScheme name="Сектор">
      <a:dk1>
        <a:sysClr val="windowText" lastClr="000000"/>
      </a:dk1>
      <a:lt1>
        <a:sysClr val="window" lastClr="FFFFFF"/>
      </a:lt1>
      <a:dk2>
        <a:srgbClr val="537D0B"/>
      </a:dk2>
      <a:lt2>
        <a:srgbClr val="A9E257"/>
      </a:lt2>
      <a:accent1>
        <a:srgbClr val="38540A"/>
      </a:accent1>
      <a:accent2>
        <a:srgbClr val="31A274"/>
      </a:accent2>
      <a:accent3>
        <a:srgbClr val="236073"/>
      </a:accent3>
      <a:accent4>
        <a:srgbClr val="6C4D90"/>
      </a:accent4>
      <a:accent5>
        <a:srgbClr val="983C27"/>
      </a:accent5>
      <a:accent6>
        <a:srgbClr val="CD811F"/>
      </a:accent6>
      <a:hlink>
        <a:srgbClr val="293F06"/>
      </a:hlink>
      <a:folHlink>
        <a:srgbClr val="68883A"/>
      </a:folHlink>
    </a:clrScheme>
    <a:fontScheme name="Сектор">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Сектор">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9759155-7935-4C61-A06C-C04380D1B16E}"/>
    </a:ext>
  </a:extLst>
</a:theme>
</file>

<file path=docProps/app.xml><?xml version="1.0" encoding="utf-8"?>
<Properties xmlns="http://schemas.openxmlformats.org/officeDocument/2006/extended-properties" xmlns:vt="http://schemas.openxmlformats.org/officeDocument/2006/docPropsVTypes">
  <Template>Slice</Template>
  <TotalTime>32</TotalTime>
  <Words>180</Words>
  <Application>Microsoft Office PowerPoint</Application>
  <PresentationFormat>Широкоэкранный</PresentationFormat>
  <Paragraphs>9</Paragraphs>
  <Slides>1</Slides>
  <Notes>0</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1</vt:i4>
      </vt:variant>
    </vt:vector>
  </HeadingPairs>
  <TitlesOfParts>
    <vt:vector size="4" baseType="lpstr">
      <vt:lpstr>Century Gothic</vt:lpstr>
      <vt:lpstr>Wingdings 3</vt:lpstr>
      <vt:lpstr>Сектор</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2</cp:revision>
  <dcterms:created xsi:type="dcterms:W3CDTF">2025-03-27T02:40:02Z</dcterms:created>
  <dcterms:modified xsi:type="dcterms:W3CDTF">2025-03-27T05:50:38Z</dcterms:modified>
</cp:coreProperties>
</file>