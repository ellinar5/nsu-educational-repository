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A70EB6-8031-D19F-AD99-F3B1420BF883}"/>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F322FC6-1B79-708C-C89E-2C5A0EEDF5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D84B72B6-E06B-73B6-72E2-E66CF52E449D}"/>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5" name="Нижний колонтитул 4">
            <a:extLst>
              <a:ext uri="{FF2B5EF4-FFF2-40B4-BE49-F238E27FC236}">
                <a16:creationId xmlns:a16="http://schemas.microsoft.com/office/drawing/2014/main" id="{7A2B6CE8-558B-C0A4-C0AF-349B7756900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84D61AE-DECE-F493-1B11-82C86E74FD86}"/>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649767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290287-58EF-F8A2-1597-8B003DF32A2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5B3AA47-1C41-B2DB-043F-EB325EE2C99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BBC7EE7-A76C-3A75-9F57-409BB420931F}"/>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5" name="Нижний колонтитул 4">
            <a:extLst>
              <a:ext uri="{FF2B5EF4-FFF2-40B4-BE49-F238E27FC236}">
                <a16:creationId xmlns:a16="http://schemas.microsoft.com/office/drawing/2014/main" id="{85DB7CB5-CB93-43B1-23D5-2A801F04A7A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38AE001-A155-2C39-C5CB-B66A79DE04DD}"/>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183853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6705CC-6D58-0E83-0289-9AA0F518D661}"/>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22F84F8-0819-19E2-86A0-22DE24ED1F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96AC15A-64F3-5B2C-5A5E-1FD563AC2003}"/>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5" name="Нижний колонтитул 4">
            <a:extLst>
              <a:ext uri="{FF2B5EF4-FFF2-40B4-BE49-F238E27FC236}">
                <a16:creationId xmlns:a16="http://schemas.microsoft.com/office/drawing/2014/main" id="{A09ECA15-5952-2367-2AF4-95BFE2D9EAA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2EA33E8-9A05-973B-577E-C7E508F11C9B}"/>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1349382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E52093-ACF5-A479-BF63-09FF7DF9882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2ADC7A1-984E-994B-69DE-89CF506D10B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5E7E3B9B-2ED3-0284-2026-04D939F2E99C}"/>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1A305EB7-F1E1-BA2B-1FF4-C71CFC2A9C21}"/>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6" name="Нижний колонтитул 5">
            <a:extLst>
              <a:ext uri="{FF2B5EF4-FFF2-40B4-BE49-F238E27FC236}">
                <a16:creationId xmlns:a16="http://schemas.microsoft.com/office/drawing/2014/main" id="{BC380AD5-FCF1-6A0C-CDFE-0BE005CB077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8BAD622-6778-1F1C-608B-85F24400D20E}"/>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539705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6E9793-4AC1-03D6-32C3-C1DDB4BC9E6A}"/>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BB8FBE56-831B-A089-04D5-8A76F0E61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7FE1296C-D0B7-942B-93EE-290897F05CB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C3D3B86-6842-886A-BD6D-3626777258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C35E286-BA8C-9C30-509C-04586D64FCB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9B06E016-060C-FCB4-E13F-DF221ACE1C3F}"/>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8" name="Нижний колонтитул 7">
            <a:extLst>
              <a:ext uri="{FF2B5EF4-FFF2-40B4-BE49-F238E27FC236}">
                <a16:creationId xmlns:a16="http://schemas.microsoft.com/office/drawing/2014/main" id="{AC968B79-C089-2FB2-DC00-6BD4D1BE7D4F}"/>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648EE496-610D-C804-3069-2D1DEEE86CA5}"/>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11782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83DCBD-801C-6451-0073-02A93BB906A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80029AB-3697-B5AE-89CC-F80C94916BE7}"/>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4" name="Нижний колонтитул 3">
            <a:extLst>
              <a:ext uri="{FF2B5EF4-FFF2-40B4-BE49-F238E27FC236}">
                <a16:creationId xmlns:a16="http://schemas.microsoft.com/office/drawing/2014/main" id="{76C377E1-E08C-3C3F-0392-F7E65DFAC805}"/>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1CBDAD6-1E4A-1C99-824F-3E3E696762ED}"/>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3811752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4CE72074-0C61-6378-7426-E71DDC765AC2}"/>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3" name="Нижний колонтитул 2">
            <a:extLst>
              <a:ext uri="{FF2B5EF4-FFF2-40B4-BE49-F238E27FC236}">
                <a16:creationId xmlns:a16="http://schemas.microsoft.com/office/drawing/2014/main" id="{9CEBC1FF-EA89-14FE-2560-A978C65FB31F}"/>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CA71E66-78C1-EC70-EF65-1F77B0ACEDD4}"/>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655808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D0E5F1-FA42-1AB7-32B5-3BFD8155356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089504E-D4B6-37F3-B9D6-A779DAE8AD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8994E5CE-A505-0D00-AE3C-1A73F6B18C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5890A6A-ACCA-D575-D576-3A946ABE3209}"/>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6" name="Нижний колонтитул 5">
            <a:extLst>
              <a:ext uri="{FF2B5EF4-FFF2-40B4-BE49-F238E27FC236}">
                <a16:creationId xmlns:a16="http://schemas.microsoft.com/office/drawing/2014/main" id="{7D79B98A-3667-8396-6254-3308CA2E832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F70875C-2D5E-352F-A2C7-BE5267BE1541}"/>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2423264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1FEDB4-7AFA-3F4A-F4EA-AD24CB01DAC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D0CB7DD8-313C-5E41-5A0B-41D81FC07B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18B3964F-4849-6F8C-E3EA-893E69ED7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FE5EBA8-1AF1-0917-5142-2FF68598B6D8}"/>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6" name="Нижний колонтитул 5">
            <a:extLst>
              <a:ext uri="{FF2B5EF4-FFF2-40B4-BE49-F238E27FC236}">
                <a16:creationId xmlns:a16="http://schemas.microsoft.com/office/drawing/2014/main" id="{25E5B33E-0CAF-8EBA-29A2-FF344F5A22A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9037330-FF3D-1B8B-A09C-4800B7021201}"/>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3023360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18D976-E47C-66C8-97B2-A56FF114412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61249A2-8501-9C8A-22FB-067ECA68016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0E692F0-B82B-BF02-0826-027E129CB451}"/>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5" name="Нижний колонтитул 4">
            <a:extLst>
              <a:ext uri="{FF2B5EF4-FFF2-40B4-BE49-F238E27FC236}">
                <a16:creationId xmlns:a16="http://schemas.microsoft.com/office/drawing/2014/main" id="{24FF606A-36B5-85BE-3F80-4E1810B1B66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237D000-BEE3-BE99-0C56-74DCC599E68F}"/>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387990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FD90DBE-C8FB-69E1-8F11-EE6C5CF47D2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2AEF96F-8AF7-06CF-A43A-6683C22568C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8FE7A85-5DE4-81C6-82EA-7761399FE6F5}"/>
              </a:ext>
            </a:extLst>
          </p:cNvPr>
          <p:cNvSpPr>
            <a:spLocks noGrp="1"/>
          </p:cNvSpPr>
          <p:nvPr>
            <p:ph type="dt" sz="half" idx="10"/>
          </p:nvPr>
        </p:nvSpPr>
        <p:spPr/>
        <p:txBody>
          <a:bodyPr/>
          <a:lstStyle/>
          <a:p>
            <a:fld id="{7B1B784F-3FD5-4FEB-A8DF-AAE2A54D1F50}" type="datetimeFigureOut">
              <a:rPr lang="ru-RU" smtClean="0"/>
              <a:t>25.02.2025</a:t>
            </a:fld>
            <a:endParaRPr lang="ru-RU"/>
          </a:p>
        </p:txBody>
      </p:sp>
      <p:sp>
        <p:nvSpPr>
          <p:cNvPr id="5" name="Нижний колонтитул 4">
            <a:extLst>
              <a:ext uri="{FF2B5EF4-FFF2-40B4-BE49-F238E27FC236}">
                <a16:creationId xmlns:a16="http://schemas.microsoft.com/office/drawing/2014/main" id="{DDC89425-53D2-7669-C1E9-BD4615CEC76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9F46BE8-FC47-B303-6AE6-0DA4319E692F}"/>
              </a:ext>
            </a:extLst>
          </p:cNvPr>
          <p:cNvSpPr>
            <a:spLocks noGrp="1"/>
          </p:cNvSpPr>
          <p:nvPr>
            <p:ph type="sldNum" sz="quarter" idx="12"/>
          </p:nvPr>
        </p:nvSpPr>
        <p:spPr/>
        <p:txBody>
          <a:bodyPr/>
          <a:lstStyle/>
          <a:p>
            <a:fld id="{776CCEFE-B214-4A8C-9E30-1613402D1643}" type="slidenum">
              <a:rPr lang="ru-RU" smtClean="0"/>
              <a:t>‹#›</a:t>
            </a:fld>
            <a:endParaRPr lang="ru-RU"/>
          </a:p>
        </p:txBody>
      </p:sp>
    </p:spTree>
    <p:extLst>
      <p:ext uri="{BB962C8B-B14F-4D97-AF65-F5344CB8AC3E}">
        <p14:creationId xmlns:p14="http://schemas.microsoft.com/office/powerpoint/2010/main" val="3739536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8F07ED-A5D8-0A7B-F241-F31A5FE56A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0B7245F2-DFB1-E53D-03F1-74D37E75C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13ABCAF-C812-A67D-3265-D044C7DA56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1B784F-3FD5-4FEB-A8DF-AAE2A54D1F50}" type="datetimeFigureOut">
              <a:rPr lang="ru-RU" smtClean="0"/>
              <a:t>25.02.2025</a:t>
            </a:fld>
            <a:endParaRPr lang="ru-RU"/>
          </a:p>
        </p:txBody>
      </p:sp>
      <p:sp>
        <p:nvSpPr>
          <p:cNvPr id="5" name="Нижний колонтитул 4">
            <a:extLst>
              <a:ext uri="{FF2B5EF4-FFF2-40B4-BE49-F238E27FC236}">
                <a16:creationId xmlns:a16="http://schemas.microsoft.com/office/drawing/2014/main" id="{0BF84DCB-19C2-2DF8-AC63-CF7A8EB344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2484DBB4-E4EF-4DB2-CBE4-10EE556C16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6CCEFE-B214-4A8C-9E30-1613402D1643}" type="slidenum">
              <a:rPr lang="ru-RU" smtClean="0"/>
              <a:t>‹#›</a:t>
            </a:fld>
            <a:endParaRPr lang="ru-RU"/>
          </a:p>
        </p:txBody>
      </p:sp>
    </p:spTree>
    <p:extLst>
      <p:ext uri="{BB962C8B-B14F-4D97-AF65-F5344CB8AC3E}">
        <p14:creationId xmlns:p14="http://schemas.microsoft.com/office/powerpoint/2010/main" val="3791082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4BDBAD-FD67-D723-B1B2-10BE1651ADE0}"/>
              </a:ext>
            </a:extLst>
          </p:cNvPr>
          <p:cNvSpPr>
            <a:spLocks noGrp="1"/>
          </p:cNvSpPr>
          <p:nvPr>
            <p:ph type="ctrTitle"/>
          </p:nvPr>
        </p:nvSpPr>
        <p:spPr>
          <a:xfrm>
            <a:off x="1219200" y="6858000"/>
            <a:ext cx="9144000" cy="2387600"/>
          </a:xfrm>
        </p:spPr>
        <p:txBody>
          <a:bodyPr/>
          <a:lstStyle/>
          <a:p>
            <a:endParaRPr lang="ru-RU" dirty="0"/>
          </a:p>
        </p:txBody>
      </p:sp>
      <p:sp>
        <p:nvSpPr>
          <p:cNvPr id="3" name="Подзаголовок 2">
            <a:extLst>
              <a:ext uri="{FF2B5EF4-FFF2-40B4-BE49-F238E27FC236}">
                <a16:creationId xmlns:a16="http://schemas.microsoft.com/office/drawing/2014/main" id="{B87BF329-783F-894F-D523-62777D1D65B7}"/>
              </a:ext>
            </a:extLst>
          </p:cNvPr>
          <p:cNvSpPr>
            <a:spLocks noGrp="1"/>
          </p:cNvSpPr>
          <p:nvPr>
            <p:ph type="subTitle" idx="1"/>
          </p:nvPr>
        </p:nvSpPr>
        <p:spPr>
          <a:xfrm>
            <a:off x="5117977" y="1198485"/>
            <a:ext cx="5828190" cy="1209582"/>
          </a:xfrm>
        </p:spPr>
        <p:txBody>
          <a:bodyPr>
            <a:noAutofit/>
          </a:bodyPr>
          <a:lstStyle/>
          <a:p>
            <a:r>
              <a:rPr lang="en-US" sz="2000" b="0" i="0" dirty="0">
                <a:effectLst/>
                <a:latin typeface="Times New Roman" panose="02020603050405020304" pitchFamily="18" charset="0"/>
                <a:cs typeface="Times New Roman" panose="02020603050405020304" pitchFamily="18" charset="0"/>
              </a:rPr>
              <a:t>In my family, we gather for a big dinner on New Year's Eve and share our resolutions for the upcoming year. This tradition occurs every December 31st at my grandmother's house, the central gathering place for our family. All my close relatives, including parents, cousins, and grandparents, participate. The tradition started because my grandparents wanted to celebrate the New Year in a special way. As a child, I used to run and play a lot on New Year's Eve, and as a teenager, I read books under the Christmas tree. Now, we focus on sharing resolutions and reflecting on the past year. I enjoy this tradition as it allows us to reconnect and share our hopes for the future, and I believe it will continue for generations to come.</a:t>
            </a:r>
            <a:endParaRPr lang="ru-RU" sz="20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3AA79DB5-39AE-5CE9-BFD6-CDFB4AC69F04}"/>
              </a:ext>
            </a:extLst>
          </p:cNvPr>
          <p:cNvPicPr>
            <a:picLocks noChangeAspect="1"/>
          </p:cNvPicPr>
          <p:nvPr/>
        </p:nvPicPr>
        <p:blipFill>
          <a:blip r:embed="rId2"/>
          <a:stretch>
            <a:fillRect/>
          </a:stretch>
        </p:blipFill>
        <p:spPr>
          <a:xfrm>
            <a:off x="612374" y="735119"/>
            <a:ext cx="3764317" cy="5019089"/>
          </a:xfrm>
          <a:prstGeom prst="rect">
            <a:avLst/>
          </a:prstGeom>
        </p:spPr>
      </p:pic>
      <p:pic>
        <p:nvPicPr>
          <p:cNvPr id="11" name="Рисунок 10">
            <a:extLst>
              <a:ext uri="{FF2B5EF4-FFF2-40B4-BE49-F238E27FC236}">
                <a16:creationId xmlns:a16="http://schemas.microsoft.com/office/drawing/2014/main" id="{6D1FDC2E-03CB-ADE1-8BF9-963B60B6CF05}"/>
              </a:ext>
            </a:extLst>
          </p:cNvPr>
          <p:cNvPicPr>
            <a:picLocks noChangeAspect="1"/>
          </p:cNvPicPr>
          <p:nvPr/>
        </p:nvPicPr>
        <p:blipFill>
          <a:blip r:embed="rId3"/>
          <a:stretch>
            <a:fillRect/>
          </a:stretch>
        </p:blipFill>
        <p:spPr>
          <a:xfrm>
            <a:off x="404211" y="0"/>
            <a:ext cx="4476750" cy="6734175"/>
          </a:xfrm>
          <a:prstGeom prst="rect">
            <a:avLst/>
          </a:prstGeom>
        </p:spPr>
      </p:pic>
    </p:spTree>
    <p:extLst>
      <p:ext uri="{BB962C8B-B14F-4D97-AF65-F5344CB8AC3E}">
        <p14:creationId xmlns:p14="http://schemas.microsoft.com/office/powerpoint/2010/main" val="39163671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147</Words>
  <Application>Microsoft Office PowerPoint</Application>
  <PresentationFormat>Широкоэкранный</PresentationFormat>
  <Paragraphs>1</Paragraphs>
  <Slides>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Calibri Light</vt:lpstr>
      <vt:lpstr>Times New Roman</vt:lpstr>
      <vt:lpstr>Тема Office</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Эллина Родионова</dc:creator>
  <cp:lastModifiedBy>Эллина Родионова</cp:lastModifiedBy>
  <cp:revision>1</cp:revision>
  <dcterms:created xsi:type="dcterms:W3CDTF">2025-02-25T14:48:10Z</dcterms:created>
  <dcterms:modified xsi:type="dcterms:W3CDTF">2025-02-25T15:09:49Z</dcterms:modified>
</cp:coreProperties>
</file>