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7238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24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2982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39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58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150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20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325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803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13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75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836842A-DF7F-4347-B68E-DADB2DA7FDFE}" type="datetimeFigureOut">
              <a:rPr lang="ru-RU" smtClean="0"/>
              <a:t>16.09.2024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B2A9910-2CCC-41D4-86FE-D773FC69740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848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3AAB7-FEE6-4213-A6D4-0E7A4E1AD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306" y="1188978"/>
            <a:ext cx="10276872" cy="2098226"/>
          </a:xfrm>
        </p:spPr>
        <p:txBody>
          <a:bodyPr/>
          <a:lstStyle/>
          <a:p>
            <a:r>
              <a:rPr lang="ru-RU" sz="6000" b="0" i="0" dirty="0">
                <a:solidFill>
                  <a:srgbClr val="343A40"/>
                </a:solidFill>
                <a:effectLst/>
                <a:latin typeface="-apple-system"/>
              </a:rPr>
              <a:t>Российское предпринимательство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452A6D-212B-41E9-AF33-85B771A96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3287204"/>
            <a:ext cx="6831673" cy="1086237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tx1"/>
                </a:solidFill>
              </a:rPr>
              <a:t>ОАО «РЖД»</a:t>
            </a:r>
          </a:p>
        </p:txBody>
      </p:sp>
    </p:spTree>
    <p:extLst>
      <p:ext uri="{BB962C8B-B14F-4D97-AF65-F5344CB8AC3E}">
        <p14:creationId xmlns:p14="http://schemas.microsoft.com/office/powerpoint/2010/main" val="382124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D1FB3-EB24-49B4-90CA-A772F00A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Немного информации о самом крупной компании в сфере железнодорожного транспорта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992C4-F2E8-4212-B5F4-1B53554B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47" y="6974541"/>
            <a:ext cx="9601200" cy="35814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Спикер СФ: «РЖД» точно понимает государственные задачи и свою роль в их  решении">
            <a:extLst>
              <a:ext uri="{FF2B5EF4-FFF2-40B4-BE49-F238E27FC236}">
                <a16:creationId xmlns:a16="http://schemas.microsoft.com/office/drawing/2014/main" id="{507E295C-9D15-4412-9137-1A713CF18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26" y="1970368"/>
            <a:ext cx="5932955" cy="395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0E7A4D-22C9-41B4-93CB-02E725F686D0}"/>
              </a:ext>
            </a:extLst>
          </p:cNvPr>
          <p:cNvSpPr txBox="1"/>
          <p:nvPr/>
        </p:nvSpPr>
        <p:spPr>
          <a:xfrm>
            <a:off x="6750423" y="1677685"/>
            <a:ext cx="3962400" cy="155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Управляет обширной сетью: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владеет и управляет большей частью железнодорожной сети России протяженностью более 85 000 км (52 900 миль).</a:t>
            </a:r>
            <a:endParaRPr lang="ru-RU" sz="14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40F8D-3F0E-4076-9DDB-467356CE046F}"/>
              </a:ext>
            </a:extLst>
          </p:cNvPr>
          <p:cNvSpPr txBox="1"/>
          <p:nvPr/>
        </p:nvSpPr>
        <p:spPr>
          <a:xfrm>
            <a:off x="6831106" y="3237214"/>
            <a:ext cx="3550024" cy="185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Национальное значение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компания имеет решающее значение для экономики России, соединяя регионы, поддерживая отрасли и содействуя торговле.</a:t>
            </a:r>
            <a:endParaRPr lang="ru-RU" sz="14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FE295-4B26-4CB9-9868-C32BD7C2ECAB}"/>
              </a:ext>
            </a:extLst>
          </p:cNvPr>
          <p:cNvSpPr txBox="1"/>
          <p:nvPr/>
        </p:nvSpPr>
        <p:spPr>
          <a:xfrm>
            <a:off x="6750423" y="5020928"/>
            <a:ext cx="4267200" cy="126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Социальное воздействие</a:t>
            </a:r>
            <a:r>
              <a:rPr lang="ru-RU" sz="1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обеспечивает работой сотни тысяч людей и играет важную роль в жизни сельских сообществ по всей России.</a:t>
            </a:r>
            <a:endParaRPr lang="ru-RU" sz="1400" dirty="0">
              <a:solidFill>
                <a:srgbClr val="21252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57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5AF3D-2038-4E53-8E78-880451E4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529" y="201706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ru-RU" dirty="0"/>
              <a:t>А что по цифрам в сфере пассажирского и грузовых перевозок 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61FB8-1892-4285-BBC2-418120CBE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517" y="6858000"/>
            <a:ext cx="9601200" cy="35814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074" name="Picture 2" descr="ДЕПО РЖД Сокол (Москва)">
            <a:extLst>
              <a:ext uri="{FF2B5EF4-FFF2-40B4-BE49-F238E27FC236}">
                <a16:creationId xmlns:a16="http://schemas.microsoft.com/office/drawing/2014/main" id="{6F2CD0CA-B057-47B1-ADC7-C859E1152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424" y="1757082"/>
            <a:ext cx="6315635" cy="37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70C2F3-4820-41D0-842D-0BBA7AE4D325}"/>
              </a:ext>
            </a:extLst>
          </p:cNvPr>
          <p:cNvSpPr txBox="1"/>
          <p:nvPr/>
        </p:nvSpPr>
        <p:spPr>
          <a:xfrm>
            <a:off x="7413812" y="1613646"/>
            <a:ext cx="4563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 Грузовые перевозки: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 РЖД входит в тройку мировых лидеров по объему грузовых перевозок, ежегодно перевозя миллионы тонн товаров.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535CC-A800-4397-9E29-9534E724FF97}"/>
              </a:ext>
            </a:extLst>
          </p:cNvPr>
          <p:cNvSpPr txBox="1"/>
          <p:nvPr/>
        </p:nvSpPr>
        <p:spPr>
          <a:xfrm>
            <a:off x="7449670" y="2748587"/>
            <a:ext cx="32900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12529"/>
                </a:solidFill>
                <a:effectLst/>
                <a:latin typeface="-apple-system"/>
              </a:rPr>
              <a:t> Пассажиропоток:</a:t>
            </a:r>
            <a:r>
              <a:rPr lang="ru-RU" b="0" i="0" dirty="0">
                <a:solidFill>
                  <a:srgbClr val="212529"/>
                </a:solidFill>
                <a:effectLst/>
                <a:latin typeface="-apple-system"/>
              </a:rPr>
              <a:t> Ежегодно РЖД перевозит миллиарды пассажиров, входя в десятку крупнейших авиакомпаний мира.</a:t>
            </a:r>
          </a:p>
        </p:txBody>
      </p:sp>
    </p:spTree>
    <p:extLst>
      <p:ext uri="{BB962C8B-B14F-4D97-AF65-F5344CB8AC3E}">
        <p14:creationId xmlns:p14="http://schemas.microsoft.com/office/powerpoint/2010/main" val="402961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39ED9-680D-4BDD-BB50-9AD5524C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47918"/>
            <a:ext cx="9601200" cy="1485900"/>
          </a:xfrm>
        </p:spPr>
        <p:txBody>
          <a:bodyPr/>
          <a:lstStyle/>
          <a:p>
            <a:r>
              <a:rPr lang="ru-RU" dirty="0"/>
              <a:t>Какие </a:t>
            </a:r>
            <a:r>
              <a:rPr lang="ru-RU" dirty="0">
                <a:solidFill>
                  <a:srgbClr val="212529"/>
                </a:solidFill>
                <a:latin typeface="-apple-system"/>
              </a:rPr>
              <a:t>и</a:t>
            </a:r>
            <a:r>
              <a:rPr lang="ru-RU" i="0" dirty="0">
                <a:solidFill>
                  <a:srgbClr val="212529"/>
                </a:solidFill>
                <a:effectLst/>
                <a:latin typeface="-apple-system"/>
              </a:rPr>
              <a:t>нновации и модернизация есть на данный момент?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2DBA0-7290-4745-89C9-7F8999394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6920753"/>
            <a:ext cx="9601200" cy="35814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098" name="Picture 2" descr="В Новосибирской области запустили новые поезда на маршруты региона -  Континент Сибирь Online">
            <a:extLst>
              <a:ext uri="{FF2B5EF4-FFF2-40B4-BE49-F238E27FC236}">
                <a16:creationId xmlns:a16="http://schemas.microsoft.com/office/drawing/2014/main" id="{BE2BE7E9-4986-44A8-A49B-1B0479B78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439" y="1879507"/>
            <a:ext cx="4572561" cy="304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8CE74-4951-44D1-B6A0-BE1D93668DEC}"/>
              </a:ext>
            </a:extLst>
          </p:cNvPr>
          <p:cNvSpPr txBox="1"/>
          <p:nvPr/>
        </p:nvSpPr>
        <p:spPr>
          <a:xfrm>
            <a:off x="1927412" y="5087690"/>
            <a:ext cx="3935506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Новые электрички в направлениях Бердск, Черепаново и Искитим </a:t>
            </a:r>
          </a:p>
        </p:txBody>
      </p:sp>
      <p:pic>
        <p:nvPicPr>
          <p:cNvPr id="4100" name="Picture 4" descr="Двухэтажный вагон: как выглядит поезд, схема расположения мест — Яндекс  Путешествия">
            <a:extLst>
              <a:ext uri="{FF2B5EF4-FFF2-40B4-BE49-F238E27FC236}">
                <a16:creationId xmlns:a16="http://schemas.microsoft.com/office/drawing/2014/main" id="{864EAB0E-3B19-4CC6-8B68-124B740F6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213" y="1879507"/>
            <a:ext cx="5244168" cy="2950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8C5ED6-52E1-4034-9B12-5B204287E293}"/>
              </a:ext>
            </a:extLst>
          </p:cNvPr>
          <p:cNvSpPr txBox="1"/>
          <p:nvPr/>
        </p:nvSpPr>
        <p:spPr>
          <a:xfrm>
            <a:off x="7195250" y="4922398"/>
            <a:ext cx="4294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Двухэтажные поезда Санкт-Петербург — Москва» и «Смена — А. Бетанкур». Данные поезда полностью новые и ездят в основном в ночное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110678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231C4-7C7D-4B50-9A68-A9DBE052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Заключение. А какие есть плюсы для студентов?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6BB686-F639-4326-A5CE-E8F353FFF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236" y="6974541"/>
            <a:ext cx="9601200" cy="35814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Управление социальной работы - Студенческая программа «РЖД Бонус»">
            <a:extLst>
              <a:ext uri="{FF2B5EF4-FFF2-40B4-BE49-F238E27FC236}">
                <a16:creationId xmlns:a16="http://schemas.microsoft.com/office/drawing/2014/main" id="{42A531A6-1C30-424F-B557-6A4F95922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353" y="2294334"/>
            <a:ext cx="3998259" cy="209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1F72DB-C2A3-4FC3-9F9A-AB039683B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242" y="2094730"/>
            <a:ext cx="6098116" cy="25527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1029B8-812A-4589-AFDE-D89A0E850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212" y="4752730"/>
            <a:ext cx="1856254" cy="18562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B0382E-9A3D-4E72-84EC-2EA27E68E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141" y="4842378"/>
            <a:ext cx="1766606" cy="176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30769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140</TotalTime>
  <Words>178</Words>
  <Application>Microsoft Office PowerPoint</Application>
  <PresentationFormat>Широкоэкранный</PresentationFormat>
  <Paragraphs>13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-apple-system</vt:lpstr>
      <vt:lpstr>Arial</vt:lpstr>
      <vt:lpstr>Calibri</vt:lpstr>
      <vt:lpstr>Franklin Gothic Book</vt:lpstr>
      <vt:lpstr>Symbol</vt:lpstr>
      <vt:lpstr>Times New Roman</vt:lpstr>
      <vt:lpstr>Уголки</vt:lpstr>
      <vt:lpstr>Российское предпринимательство</vt:lpstr>
      <vt:lpstr>Немного информации о самом крупной компании в сфере железнодорожного транспорта</vt:lpstr>
      <vt:lpstr>А что по цифрам в сфере пассажирского и грузовых перевозок ?</vt:lpstr>
      <vt:lpstr>Какие инновации и модернизация есть на данный момент?</vt:lpstr>
      <vt:lpstr>Заключение. А какие есть плюсы для студентов?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Российское предпринимательство</dc:title>
  <dc:creator>Пользователь</dc:creator>
  <cp:lastModifiedBy>Пользователь</cp:lastModifiedBy>
  <cp:revision>1</cp:revision>
  <dcterms:created xsi:type="dcterms:W3CDTF">2024-09-16T14:53:15Z</dcterms:created>
  <dcterms:modified xsi:type="dcterms:W3CDTF">2024-09-16T17:13:50Z</dcterms:modified>
</cp:coreProperties>
</file>