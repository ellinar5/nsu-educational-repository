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9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FE0CBE1-896A-43D8-A7CC-09B1D0FED0B8}" type="datetimeFigureOut">
              <a:rPr lang="ru-RU" smtClean="0"/>
              <a:t>22.10.2024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2994A9F-7217-4287-9A68-8858214054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210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CBE1-896A-43D8-A7CC-09B1D0FED0B8}" type="datetimeFigureOut">
              <a:rPr lang="ru-RU" smtClean="0"/>
              <a:t>22.10.2024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A9F-7217-4287-9A68-8858214054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935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CBE1-896A-43D8-A7CC-09B1D0FED0B8}" type="datetimeFigureOut">
              <a:rPr lang="ru-RU" smtClean="0"/>
              <a:t>22.10.2024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A9F-7217-4287-9A68-8858214054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932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CBE1-896A-43D8-A7CC-09B1D0FED0B8}" type="datetimeFigureOut">
              <a:rPr lang="ru-RU" smtClean="0"/>
              <a:t>22.10.2024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A9F-7217-4287-9A68-8858214054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202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CBE1-896A-43D8-A7CC-09B1D0FED0B8}" type="datetimeFigureOut">
              <a:rPr lang="ru-RU" smtClean="0"/>
              <a:t>22.10.2024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A9F-7217-4287-9A68-8858214054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990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CBE1-896A-43D8-A7CC-09B1D0FED0B8}" type="datetimeFigureOut">
              <a:rPr lang="ru-RU" smtClean="0"/>
              <a:t>22.10.2024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A9F-7217-4287-9A68-8858214054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0660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CBE1-896A-43D8-A7CC-09B1D0FED0B8}" type="datetimeFigureOut">
              <a:rPr lang="ru-RU" smtClean="0"/>
              <a:t>22.10.2024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A9F-7217-4287-9A68-8858214054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077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CBE1-896A-43D8-A7CC-09B1D0FED0B8}" type="datetimeFigureOut">
              <a:rPr lang="ru-RU" smtClean="0"/>
              <a:t>22.10.2024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2994A9F-7217-4287-9A68-8858214054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73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FE0CBE1-896A-43D8-A7CC-09B1D0FED0B8}" type="datetimeFigureOut">
              <a:rPr lang="ru-RU" smtClean="0"/>
              <a:t>22.10.2024</a:t>
            </a:fld>
            <a:endParaRPr lang="ru-RU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2994A9F-7217-4287-9A68-8858214054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858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CBE1-896A-43D8-A7CC-09B1D0FED0B8}" type="datetimeFigureOut">
              <a:rPr lang="ru-RU" smtClean="0"/>
              <a:t>22.10.2024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A9F-7217-4287-9A68-8858214054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15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CBE1-896A-43D8-A7CC-09B1D0FED0B8}" type="datetimeFigureOut">
              <a:rPr lang="ru-RU" smtClean="0"/>
              <a:t>22.10.2024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4A9F-7217-4287-9A68-8858214054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731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9FE0CBE1-896A-43D8-A7CC-09B1D0FED0B8}" type="datetimeFigureOut">
              <a:rPr lang="ru-RU" smtClean="0"/>
              <a:t>22.10.2024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12994A9F-7217-4287-9A68-8858214054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72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1821C-B2CC-196D-DF87-8A24BC9E4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7"/>
            <a:ext cx="9849343" cy="3352800"/>
          </a:xfrm>
        </p:spPr>
        <p:txBody>
          <a:bodyPr/>
          <a:lstStyle/>
          <a:p>
            <a:r>
              <a:rPr lang="ru-RU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Александр Сергеевич Панарин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7B88BA-F731-94A7-DBE3-2A47D1D1C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7954" y="4966982"/>
            <a:ext cx="9228201" cy="1645920"/>
          </a:xfrm>
        </p:spPr>
        <p:txBody>
          <a:bodyPr/>
          <a:lstStyle/>
          <a:p>
            <a:r>
              <a:rPr lang="ru-RU" b="0" i="0" dirty="0">
                <a:effectLst/>
                <a:latin typeface="Arial" panose="020B0604020202020204" pitchFamily="34" charset="0"/>
              </a:rPr>
              <a:t>советский и российский философ, политолог, публицист и общественный деятель.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D5D7896-F561-2572-0A90-978DCE57D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1138" y="385011"/>
            <a:ext cx="3134714" cy="440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044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62D0B-EDA5-B200-46FE-2ED8C4E1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06" y="32639"/>
            <a:ext cx="10772775" cy="1658198"/>
          </a:xfrm>
        </p:spPr>
        <p:txBody>
          <a:bodyPr/>
          <a:lstStyle/>
          <a:p>
            <a:r>
              <a:rPr lang="ru-RU" dirty="0"/>
              <a:t>Биография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3DED64-48DC-F842-3B2D-8F6F75162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163" y="1433429"/>
            <a:ext cx="5405930" cy="5463942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cs typeface="Times New Roman" panose="02020603050405020304" pitchFamily="18" charset="0"/>
              </a:rPr>
              <a:t> </a:t>
            </a:r>
            <a:r>
              <a:rPr lang="ru-RU" sz="2800" dirty="0">
                <a:cs typeface="Times New Roman" panose="02020603050405020304" pitchFamily="18" charset="0"/>
              </a:rPr>
              <a:t>Александр Сергеевич Панарин родился 26 декабря 1940 года  в Москве.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cs typeface="Times New Roman" panose="02020603050405020304" pitchFamily="18" charset="0"/>
              </a:rPr>
              <a:t> Окончил Московский государственный университет, где начал свою карьеру как преподаватель и исследователь.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cs typeface="Times New Roman" panose="02020603050405020304" pitchFamily="18" charset="0"/>
              </a:rPr>
              <a:t>Декан  факультета экономики и управления Института повышения квалификации руководящих работников и специалистов </a:t>
            </a:r>
            <a:r>
              <a:rPr lang="ru-RU" sz="2800" dirty="0" err="1">
                <a:cs typeface="Times New Roman" panose="02020603050405020304" pitchFamily="18" charset="0"/>
              </a:rPr>
              <a:t>Миннефтехимпрома</a:t>
            </a:r>
            <a:r>
              <a:rPr lang="ru-RU" sz="2800" dirty="0">
                <a:cs typeface="Times New Roman" panose="02020603050405020304" pitchFamily="18" charset="0"/>
              </a:rPr>
              <a:t> СССР (1976—1984). С 1984 — в Институте философии АН СССР:.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cs typeface="Times New Roman" panose="02020603050405020304" pitchFamily="18" charset="0"/>
              </a:rPr>
              <a:t>На протяжении своей жизни Панарин активно занимался вопросами философии, социологии и политологии, а также был одним из инициаторов формирования концепции российской цивилизации.</a:t>
            </a:r>
          </a:p>
        </p:txBody>
      </p:sp>
      <p:pic>
        <p:nvPicPr>
          <p:cNvPr id="1029" name="Picture 5" descr="Александр Сергеевич Панарин производил неизгладимое впечатление на всех, с кем сталкивался">
            <a:extLst>
              <a:ext uri="{FF2B5EF4-FFF2-40B4-BE49-F238E27FC236}">
                <a16:creationId xmlns:a16="http://schemas.microsoft.com/office/drawing/2014/main" id="{D9C94E22-E8B6-8EC3-8574-BF3D6CAB1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581" y="1690837"/>
            <a:ext cx="5986713" cy="3991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70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20A752-36B7-A43A-19AF-337CF8A54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Научные работы А.С. Панарина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02250C-E5E0-8695-9518-92D800F54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5916649" cy="4846320"/>
          </a:xfrm>
        </p:spPr>
        <p:txBody>
          <a:bodyPr>
            <a:normAutofit/>
          </a:bodyPr>
          <a:lstStyle/>
          <a:p>
            <a:r>
              <a:rPr lang="ru-RU" dirty="0"/>
              <a:t>Александр Панарин автор множества научных статей и книг, посвящённых философии, политологии и социальной теории. Одной из его ключевых работ является "Философия русской цивилизации", в которой он детально анализирует культурные и исторические особенности России. В своих работах Панарин акцентирует внимание на значимости культурно-исторических контекстов в формировании общества и политических структур.</a:t>
            </a:r>
          </a:p>
        </p:txBody>
      </p:sp>
      <p:pic>
        <p:nvPicPr>
          <p:cNvPr id="3074" name="Picture 2" descr="Александр Сергеевич Панарин в молодости">
            <a:extLst>
              <a:ext uri="{FF2B5EF4-FFF2-40B4-BE49-F238E27FC236}">
                <a16:creationId xmlns:a16="http://schemas.microsoft.com/office/drawing/2014/main" id="{81AB6FC1-487E-0FC0-ABE1-75767EDC0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28625"/>
            <a:ext cx="6096000" cy="4258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479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0B600-CB59-5E54-CA37-A8F3B94EF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6000" dirty="0"/>
              <a:t>Особенность определения понятия «цивилизация» у </a:t>
            </a:r>
            <a:r>
              <a:rPr lang="ru-RU" sz="6000" dirty="0" err="1"/>
              <a:t>А.С.Панарина</a:t>
            </a:r>
            <a:br>
              <a:rPr lang="ru-RU" b="1" i="0" dirty="0">
                <a:solidFill>
                  <a:srgbClr val="4A4A4A"/>
                </a:solidFill>
                <a:effectLst/>
                <a:latin typeface="Source Code Pro" panose="020F0502020204030204" pitchFamily="49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557F63-46FD-4022-8B28-85EE30C3B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sz="4000" dirty="0"/>
              <a:t> Цивилизация — это не только материальное, но и духовное явление, связывающее людей через общие ценности и традиции.</a:t>
            </a:r>
          </a:p>
          <a:p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1656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C2ABCE-2848-7580-2F51-7E3791EA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dirty="0"/>
              <a:t>Какие цивилизации выделяет </a:t>
            </a:r>
            <a:r>
              <a:rPr lang="ru-RU" dirty="0" err="1"/>
              <a:t>А.С.Панарин</a:t>
            </a:r>
            <a:r>
              <a:rPr lang="ru-RU" dirty="0"/>
              <a:t>?</a:t>
            </a:r>
            <a:br>
              <a:rPr lang="ru-RU" sz="4900" b="1" dirty="0">
                <a:solidFill>
                  <a:srgbClr val="4A4A4A"/>
                </a:solidFill>
                <a:latin typeface="Source Code Pro" panose="020B0509030403020204" pitchFamily="49" charset="0"/>
              </a:rPr>
            </a:br>
            <a:endParaRPr lang="ru-RU" sz="4900" b="1" dirty="0">
              <a:solidFill>
                <a:srgbClr val="4A4A4A"/>
              </a:solidFill>
              <a:latin typeface="Source Code Pro" panose="020B05090304030202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991010-3FC9-F85E-D4A5-874FC1534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2011680"/>
            <a:ext cx="10753725" cy="3766185"/>
          </a:xfrm>
        </p:spPr>
        <p:txBody>
          <a:bodyPr>
            <a:normAutofit/>
          </a:bodyPr>
          <a:lstStyle/>
          <a:p>
            <a:r>
              <a:rPr lang="ru-RU" sz="2800" dirty="0"/>
              <a:t>1. Западная цивилизация</a:t>
            </a:r>
          </a:p>
          <a:p>
            <a:r>
              <a:rPr lang="ru-RU" sz="2800" dirty="0"/>
              <a:t>2. Восточная (Азиатская) цивилизация</a:t>
            </a:r>
          </a:p>
          <a:p>
            <a:r>
              <a:rPr lang="ru-RU" sz="2800" dirty="0"/>
              <a:t>3. Исламская цивилизация</a:t>
            </a:r>
          </a:p>
          <a:p>
            <a:r>
              <a:rPr lang="ru-RU" sz="2800" dirty="0"/>
              <a:t>4. Русская (славянская) цивилизация</a:t>
            </a:r>
          </a:p>
          <a:p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 Каждая из этих цивилизаций описывается им с учетом их исторической динамики, ценностных систем и культурных традиций.</a:t>
            </a:r>
          </a:p>
        </p:txBody>
      </p:sp>
    </p:spTree>
    <p:extLst>
      <p:ext uri="{BB962C8B-B14F-4D97-AF65-F5344CB8AC3E}">
        <p14:creationId xmlns:p14="http://schemas.microsoft.com/office/powerpoint/2010/main" val="2498388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85812E-9C6A-B687-386C-410625918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6000" i="0" dirty="0">
                <a:effectLst/>
              </a:rPr>
              <a:t>К какой цивилизации относится Россия у </a:t>
            </a:r>
            <a:r>
              <a:rPr lang="ru-RU" sz="6000" i="0" dirty="0" err="1">
                <a:effectLst/>
              </a:rPr>
              <a:t>А.С.Панарин</a:t>
            </a:r>
            <a:r>
              <a:rPr lang="ru-RU" sz="6000" i="0" dirty="0">
                <a:effectLst/>
              </a:rPr>
              <a:t>?</a:t>
            </a:r>
            <a:br>
              <a:rPr lang="ru-RU" b="1" i="0" dirty="0">
                <a:solidFill>
                  <a:srgbClr val="4A4A4A"/>
                </a:solidFill>
                <a:effectLst/>
                <a:latin typeface="Source Code Pro" panose="020B0509030403020204" pitchFamily="49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7D0F59-FAD7-4053-7B90-F1ECB5C6A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 По мнению Панарина, Россия относится к русской цивилизации, которая является самостоятельной и уникальной. Он подчеркивает, что русская цивилизация сформировалась под влиянием различных факторов, включая славянские, византийские, тюркские и татарские элементы. Именно это многообразие культурных влияний и создало особую идентичность России.</a:t>
            </a:r>
          </a:p>
        </p:txBody>
      </p:sp>
    </p:spTree>
    <p:extLst>
      <p:ext uri="{BB962C8B-B14F-4D97-AF65-F5344CB8AC3E}">
        <p14:creationId xmlns:p14="http://schemas.microsoft.com/office/powerpoint/2010/main" val="1416413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9EE362-69EC-0E3B-9A89-DD9D546FB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Самая специфическая характеристика ЦП А.С. Панарина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4DD09D-C309-858D-CA0D-2262B093C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1258670" cy="4346787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 С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амая специфическая характеристика концепции цивилизации (ЦП) по мнению Александра Сергеевича Панарина заключается в акценте на </a:t>
            </a:r>
            <a:r>
              <a:rPr lang="ru-RU" sz="2800" b="1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диалоге культур и цивилизаций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 Он утверждает, что важно не только идентифицировать и изучать цивилизации, но и понимать, как они взаимодействуют между собой, насколько они могут обмениваться идеями и ценностями. Это, по его мнению, имеет критическое значение для современного мира, где глобализация требует нахождения общего языка и точек соприкосновения между разными культурами и цивилизациями.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60004048"/>
      </p:ext>
    </p:extLst>
  </p:cSld>
  <p:clrMapOvr>
    <a:masterClrMapping/>
  </p:clrMapOvr>
</p:sld>
</file>

<file path=ppt/theme/theme1.xml><?xml version="1.0" encoding="utf-8"?>
<a:theme xmlns:a="http://schemas.openxmlformats.org/drawingml/2006/main" name="Метрополия">
  <a:themeElements>
    <a:clrScheme name="Метрополия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Метрополи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Метрополи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Метрополия</Template>
  <TotalTime>422</TotalTime>
  <Words>395</Words>
  <Application>Microsoft Office PowerPoint</Application>
  <PresentationFormat>Широкоэкранный</PresentationFormat>
  <Paragraphs>22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Source Code Pro</vt:lpstr>
      <vt:lpstr>Times New Roman</vt:lpstr>
      <vt:lpstr>Метрополия</vt:lpstr>
      <vt:lpstr>Александр Сергеевич Панарин</vt:lpstr>
      <vt:lpstr>Биография</vt:lpstr>
      <vt:lpstr>Научные работы А.С. Панарина</vt:lpstr>
      <vt:lpstr>Особенность определения понятия «цивилизация» у А.С.Панарина </vt:lpstr>
      <vt:lpstr>Какие цивилизации выделяет А.С.Панарин? </vt:lpstr>
      <vt:lpstr>К какой цивилизации относится Россия у А.С.Панарин? </vt:lpstr>
      <vt:lpstr>Самая специфическая характеристика ЦП А.С. Панарина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2</cp:revision>
  <dcterms:created xsi:type="dcterms:W3CDTF">2024-10-07T06:48:48Z</dcterms:created>
  <dcterms:modified xsi:type="dcterms:W3CDTF">2024-10-22T08:45:41Z</dcterms:modified>
</cp:coreProperties>
</file>